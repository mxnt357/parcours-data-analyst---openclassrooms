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9" orient="horz" pos="169">
          <p15:clr>
            <a:srgbClr val="A4A3A4"/>
          </p15:clr>
        </p15:guide>
        <p15:guide id="10" pos="2880">
          <p15:clr>
            <a:srgbClr val="A4A3A4"/>
          </p15:clr>
        </p15:guide>
        <p15:guide id="11" orient="horz" pos="636" userDrawn="1">
          <p15:clr>
            <a:srgbClr val="A4A3A4"/>
          </p15:clr>
        </p15:guide>
        <p15:guide id="12" orient="horz" pos="744" userDrawn="1">
          <p15:clr>
            <a:srgbClr val="A4A3A4"/>
          </p15:clr>
        </p15:guide>
        <p15:guide id="13" orient="horz" pos="1621" userDrawn="1">
          <p15:clr>
            <a:srgbClr val="A4A3A4"/>
          </p15:clr>
        </p15:guide>
        <p15:guide id="14" orient="horz" pos="2867" userDrawn="1">
          <p15:clr>
            <a:srgbClr val="A4A3A4"/>
          </p15:clr>
        </p15:guide>
        <p15:guide id="15" pos="198" userDrawn="1">
          <p15:clr>
            <a:srgbClr val="A4A3A4"/>
          </p15:clr>
        </p15:guide>
        <p15:guide id="16" pos="556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9D9D9C"/>
    <a:srgbClr val="000000"/>
    <a:srgbClr val="A885D8"/>
    <a:srgbClr val="FFD2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7387C1-9DFB-40A9-94C9-F8E1C12CB55E}" v="4" dt="2026-05-20T09:27:38.4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5782" autoAdjust="0"/>
  </p:normalViewPr>
  <p:slideViewPr>
    <p:cSldViewPr showGuides="1">
      <p:cViewPr varScale="1">
        <p:scale>
          <a:sx n="104" d="100"/>
          <a:sy n="104" d="100"/>
        </p:scale>
        <p:origin x="811" y="72"/>
      </p:cViewPr>
      <p:guideLst>
        <p:guide orient="horz" pos="169"/>
        <p:guide pos="2880"/>
        <p:guide orient="horz" pos="636"/>
        <p:guide orient="horz" pos="744"/>
        <p:guide orient="horz" pos="1621"/>
        <p:guide orient="horz" pos="2867"/>
        <p:guide pos="198"/>
        <p:guide pos="5562"/>
      </p:guideLst>
    </p:cSldViewPr>
  </p:slideViewPr>
  <p:outlineViewPr>
    <p:cViewPr>
      <p:scale>
        <a:sx n="33" d="100"/>
        <a:sy n="33" d="100"/>
      </p:scale>
      <p:origin x="0" y="14958"/>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83" d="100"/>
          <a:sy n="83" d="100"/>
        </p:scale>
        <p:origin x="385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T Maxent OBS/MKT" userId="3c929522-8ab4-4234-a382-2d0824bf165c" providerId="ADAL" clId="{E21B37DE-0F01-4F02-BB71-EBCCB84B4DA1}"/>
    <pc:docChg chg="undo custSel mod modSld modMainMaster">
      <pc:chgData name="LAURENT Maxent OBS/MKT" userId="3c929522-8ab4-4234-a382-2d0824bf165c" providerId="ADAL" clId="{E21B37DE-0F01-4F02-BB71-EBCCB84B4DA1}" dt="2026-05-21T12:01:18.786" v="135" actId="1076"/>
      <pc:docMkLst>
        <pc:docMk/>
      </pc:docMkLst>
      <pc:sldChg chg="addSp delSp modSp mod">
        <pc:chgData name="LAURENT Maxent OBS/MKT" userId="3c929522-8ab4-4234-a382-2d0824bf165c" providerId="ADAL" clId="{E21B37DE-0F01-4F02-BB71-EBCCB84B4DA1}" dt="2026-05-21T12:01:00.316" v="134" actId="478"/>
        <pc:sldMkLst>
          <pc:docMk/>
          <pc:sldMk cId="0" sldId="256"/>
        </pc:sldMkLst>
        <pc:spChg chg="mod">
          <ac:chgData name="LAURENT Maxent OBS/MKT" userId="3c929522-8ab4-4234-a382-2d0824bf165c" providerId="ADAL" clId="{E21B37DE-0F01-4F02-BB71-EBCCB84B4DA1}" dt="2026-05-20T10:03:41.311" v="132" actId="1076"/>
          <ac:spMkLst>
            <pc:docMk/>
            <pc:sldMk cId="0" sldId="256"/>
            <ac:spMk id="2" creationId="{00000000-0000-0000-0000-000000000000}"/>
          </ac:spMkLst>
        </pc:spChg>
        <pc:spChg chg="del mod">
          <ac:chgData name="LAURENT Maxent OBS/MKT" userId="3c929522-8ab4-4234-a382-2d0824bf165c" providerId="ADAL" clId="{E21B37DE-0F01-4F02-BB71-EBCCB84B4DA1}" dt="2026-05-20T09:11:21.920" v="3" actId="478"/>
          <ac:spMkLst>
            <pc:docMk/>
            <pc:sldMk cId="0" sldId="256"/>
            <ac:spMk id="3" creationId="{00000000-0000-0000-0000-000000000000}"/>
          </ac:spMkLst>
        </pc:spChg>
        <pc:spChg chg="del">
          <ac:chgData name="LAURENT Maxent OBS/MKT" userId="3c929522-8ab4-4234-a382-2d0824bf165c" providerId="ADAL" clId="{E21B37DE-0F01-4F02-BB71-EBCCB84B4DA1}" dt="2026-05-21T12:01:00.316" v="134" actId="478"/>
          <ac:spMkLst>
            <pc:docMk/>
            <pc:sldMk cId="0" sldId="256"/>
            <ac:spMk id="4" creationId="{00000000-0000-0000-0000-000000000000}"/>
          </ac:spMkLst>
        </pc:spChg>
        <pc:spChg chg="add mod">
          <ac:chgData name="LAURENT Maxent OBS/MKT" userId="3c929522-8ab4-4234-a382-2d0824bf165c" providerId="ADAL" clId="{E21B37DE-0F01-4F02-BB71-EBCCB84B4DA1}" dt="2026-05-20T09:11:12.853" v="1" actId="1076"/>
          <ac:spMkLst>
            <pc:docMk/>
            <pc:sldMk cId="0" sldId="256"/>
            <ac:spMk id="5" creationId="{57373DE8-080C-F0F2-06DE-7EF7CE79137C}"/>
          </ac:spMkLst>
        </pc:spChg>
        <pc:spChg chg="add del mod">
          <ac:chgData name="LAURENT Maxent OBS/MKT" userId="3c929522-8ab4-4234-a382-2d0824bf165c" providerId="ADAL" clId="{E21B37DE-0F01-4F02-BB71-EBCCB84B4DA1}" dt="2026-05-21T12:00:55.700" v="133" actId="478"/>
          <ac:spMkLst>
            <pc:docMk/>
            <pc:sldMk cId="0" sldId="256"/>
            <ac:spMk id="7" creationId="{35CD9C22-FC42-F855-2EF0-0D5FD8FC7198}"/>
          </ac:spMkLst>
        </pc:spChg>
        <pc:spChg chg="add mod">
          <ac:chgData name="LAURENT Maxent OBS/MKT" userId="3c929522-8ab4-4234-a382-2d0824bf165c" providerId="ADAL" clId="{E21B37DE-0F01-4F02-BB71-EBCCB84B4DA1}" dt="2026-05-20T09:12:50.451" v="53" actId="1076"/>
          <ac:spMkLst>
            <pc:docMk/>
            <pc:sldMk cId="0" sldId="256"/>
            <ac:spMk id="8" creationId="{8159CDAB-2833-6DD6-FF59-C86A8A334DD7}"/>
          </ac:spMkLst>
        </pc:spChg>
      </pc:sldChg>
      <pc:sldChg chg="modSp mod">
        <pc:chgData name="LAURENT Maxent OBS/MKT" userId="3c929522-8ab4-4234-a382-2d0824bf165c" providerId="ADAL" clId="{E21B37DE-0F01-4F02-BB71-EBCCB84B4DA1}" dt="2026-05-20T10:02:28.727" v="117" actId="207"/>
        <pc:sldMkLst>
          <pc:docMk/>
          <pc:sldMk cId="0" sldId="257"/>
        </pc:sldMkLst>
        <pc:spChg chg="mod">
          <ac:chgData name="LAURENT Maxent OBS/MKT" userId="3c929522-8ab4-4234-a382-2d0824bf165c" providerId="ADAL" clId="{E21B37DE-0F01-4F02-BB71-EBCCB84B4DA1}" dt="2026-05-20T10:02:12.892" v="115" actId="207"/>
          <ac:spMkLst>
            <pc:docMk/>
            <pc:sldMk cId="0" sldId="257"/>
            <ac:spMk id="2" creationId="{00000000-0000-0000-0000-000000000000}"/>
          </ac:spMkLst>
        </pc:spChg>
        <pc:spChg chg="mod">
          <ac:chgData name="LAURENT Maxent OBS/MKT" userId="3c929522-8ab4-4234-a382-2d0824bf165c" providerId="ADAL" clId="{E21B37DE-0F01-4F02-BB71-EBCCB84B4DA1}" dt="2026-05-20T10:02:28.727" v="117" actId="207"/>
          <ac:spMkLst>
            <pc:docMk/>
            <pc:sldMk cId="0" sldId="257"/>
            <ac:spMk id="3" creationId="{00000000-0000-0000-0000-000000000000}"/>
          </ac:spMkLst>
        </pc:spChg>
        <pc:spChg chg="mod">
          <ac:chgData name="LAURENT Maxent OBS/MKT" userId="3c929522-8ab4-4234-a382-2d0824bf165c" providerId="ADAL" clId="{E21B37DE-0F01-4F02-BB71-EBCCB84B4DA1}" dt="2026-05-20T10:02:28.727" v="117" actId="207"/>
          <ac:spMkLst>
            <pc:docMk/>
            <pc:sldMk cId="0" sldId="257"/>
            <ac:spMk id="7" creationId="{00000000-0000-0000-0000-000000000000}"/>
          </ac:spMkLst>
        </pc:spChg>
        <pc:spChg chg="mod">
          <ac:chgData name="LAURENT Maxent OBS/MKT" userId="3c929522-8ab4-4234-a382-2d0824bf165c" providerId="ADAL" clId="{E21B37DE-0F01-4F02-BB71-EBCCB84B4DA1}" dt="2026-05-20T10:02:28.727" v="117" actId="207"/>
          <ac:spMkLst>
            <pc:docMk/>
            <pc:sldMk cId="0" sldId="257"/>
            <ac:spMk id="11" creationId="{00000000-0000-0000-0000-000000000000}"/>
          </ac:spMkLst>
        </pc:spChg>
      </pc:sldChg>
      <pc:sldChg chg="modSp mod">
        <pc:chgData name="LAURENT Maxent OBS/MKT" userId="3c929522-8ab4-4234-a382-2d0824bf165c" providerId="ADAL" clId="{E21B37DE-0F01-4F02-BB71-EBCCB84B4DA1}" dt="2026-05-20T10:02:40.415" v="119" actId="207"/>
        <pc:sldMkLst>
          <pc:docMk/>
          <pc:sldMk cId="0" sldId="258"/>
        </pc:sldMkLst>
        <pc:spChg chg="mod">
          <ac:chgData name="LAURENT Maxent OBS/MKT" userId="3c929522-8ab4-4234-a382-2d0824bf165c" providerId="ADAL" clId="{E21B37DE-0F01-4F02-BB71-EBCCB84B4DA1}" dt="2026-05-20T10:02:37.006" v="118" actId="207"/>
          <ac:spMkLst>
            <pc:docMk/>
            <pc:sldMk cId="0" sldId="258"/>
            <ac:spMk id="2" creationId="{00000000-0000-0000-0000-000000000000}"/>
          </ac:spMkLst>
        </pc:spChg>
        <pc:spChg chg="mod">
          <ac:chgData name="LAURENT Maxent OBS/MKT" userId="3c929522-8ab4-4234-a382-2d0824bf165c" providerId="ADAL" clId="{E21B37DE-0F01-4F02-BB71-EBCCB84B4DA1}" dt="2026-05-20T10:02:40.415" v="119" actId="207"/>
          <ac:spMkLst>
            <pc:docMk/>
            <pc:sldMk cId="0" sldId="258"/>
            <ac:spMk id="3" creationId="{00000000-0000-0000-0000-000000000000}"/>
          </ac:spMkLst>
        </pc:spChg>
        <pc:spChg chg="mod">
          <ac:chgData name="LAURENT Maxent OBS/MKT" userId="3c929522-8ab4-4234-a382-2d0824bf165c" providerId="ADAL" clId="{E21B37DE-0F01-4F02-BB71-EBCCB84B4DA1}" dt="2026-05-20T10:02:40.415" v="119" actId="207"/>
          <ac:spMkLst>
            <pc:docMk/>
            <pc:sldMk cId="0" sldId="258"/>
            <ac:spMk id="7" creationId="{00000000-0000-0000-0000-000000000000}"/>
          </ac:spMkLst>
        </pc:spChg>
        <pc:spChg chg="mod">
          <ac:chgData name="LAURENT Maxent OBS/MKT" userId="3c929522-8ab4-4234-a382-2d0824bf165c" providerId="ADAL" clId="{E21B37DE-0F01-4F02-BB71-EBCCB84B4DA1}" dt="2026-05-20T10:02:40.415" v="119" actId="207"/>
          <ac:spMkLst>
            <pc:docMk/>
            <pc:sldMk cId="0" sldId="258"/>
            <ac:spMk id="11" creationId="{00000000-0000-0000-0000-000000000000}"/>
          </ac:spMkLst>
        </pc:spChg>
      </pc:sldChg>
      <pc:sldChg chg="addSp delSp modSp mod">
        <pc:chgData name="LAURENT Maxent OBS/MKT" userId="3c929522-8ab4-4234-a382-2d0824bf165c" providerId="ADAL" clId="{E21B37DE-0F01-4F02-BB71-EBCCB84B4DA1}" dt="2026-05-20T10:02:45.389" v="120" actId="207"/>
        <pc:sldMkLst>
          <pc:docMk/>
          <pc:sldMk cId="0" sldId="259"/>
        </pc:sldMkLst>
        <pc:spChg chg="mod">
          <ac:chgData name="LAURENT Maxent OBS/MKT" userId="3c929522-8ab4-4234-a382-2d0824bf165c" providerId="ADAL" clId="{E21B37DE-0F01-4F02-BB71-EBCCB84B4DA1}" dt="2026-05-20T10:02:45.389" v="120" actId="207"/>
          <ac:spMkLst>
            <pc:docMk/>
            <pc:sldMk cId="0" sldId="259"/>
            <ac:spMk id="2" creationId="{00000000-0000-0000-0000-000000000000}"/>
          </ac:spMkLst>
        </pc:spChg>
        <pc:spChg chg="mod">
          <ac:chgData name="LAURENT Maxent OBS/MKT" userId="3c929522-8ab4-4234-a382-2d0824bf165c" providerId="ADAL" clId="{E21B37DE-0F01-4F02-BB71-EBCCB84B4DA1}" dt="2026-05-20T09:21:21.665" v="69" actId="14100"/>
          <ac:spMkLst>
            <pc:docMk/>
            <pc:sldMk cId="0" sldId="259"/>
            <ac:spMk id="3" creationId="{00000000-0000-0000-0000-000000000000}"/>
          </ac:spMkLst>
        </pc:spChg>
        <pc:spChg chg="add del mod">
          <ac:chgData name="LAURENT Maxent OBS/MKT" userId="3c929522-8ab4-4234-a382-2d0824bf165c" providerId="ADAL" clId="{E21B37DE-0F01-4F02-BB71-EBCCB84B4DA1}" dt="2026-05-20T09:20:58.076" v="67" actId="478"/>
          <ac:spMkLst>
            <pc:docMk/>
            <pc:sldMk cId="0" sldId="259"/>
            <ac:spMk id="6" creationId="{7451079A-9C78-073B-621A-57485EC0587C}"/>
          </ac:spMkLst>
        </pc:spChg>
        <pc:picChg chg="del">
          <ac:chgData name="LAURENT Maxent OBS/MKT" userId="3c929522-8ab4-4234-a382-2d0824bf165c" providerId="ADAL" clId="{E21B37DE-0F01-4F02-BB71-EBCCB84B4DA1}" dt="2026-05-20T09:19:11.330" v="56" actId="478"/>
          <ac:picMkLst>
            <pc:docMk/>
            <pc:sldMk cId="0" sldId="259"/>
            <ac:picMk id="4" creationId="{00000000-0000-0000-0000-000000000000}"/>
          </ac:picMkLst>
        </pc:picChg>
        <pc:picChg chg="add del mod modCrop">
          <ac:chgData name="LAURENT Maxent OBS/MKT" userId="3c929522-8ab4-4234-a382-2d0824bf165c" providerId="ADAL" clId="{E21B37DE-0F01-4F02-BB71-EBCCB84B4DA1}" dt="2026-05-20T09:27:32.629" v="83" actId="21"/>
          <ac:picMkLst>
            <pc:docMk/>
            <pc:sldMk cId="0" sldId="259"/>
            <ac:picMk id="8" creationId="{2E4D9819-146F-E71E-8D71-4AFD048FC170}"/>
          </ac:picMkLst>
        </pc:picChg>
        <pc:picChg chg="add mod modCrop">
          <ac:chgData name="LAURENT Maxent OBS/MKT" userId="3c929522-8ab4-4234-a382-2d0824bf165c" providerId="ADAL" clId="{E21B37DE-0F01-4F02-BB71-EBCCB84B4DA1}" dt="2026-05-20T09:28:46.894" v="89" actId="1076"/>
          <ac:picMkLst>
            <pc:docMk/>
            <pc:sldMk cId="0" sldId="259"/>
            <ac:picMk id="10" creationId="{E788D05D-4FAB-0E47-94AA-9A0C0CE975D7}"/>
          </ac:picMkLst>
        </pc:picChg>
      </pc:sldChg>
      <pc:sldChg chg="addSp delSp modSp mod">
        <pc:chgData name="LAURENT Maxent OBS/MKT" userId="3c929522-8ab4-4234-a382-2d0824bf165c" providerId="ADAL" clId="{E21B37DE-0F01-4F02-BB71-EBCCB84B4DA1}" dt="2026-05-20T10:02:49.265" v="121" actId="207"/>
        <pc:sldMkLst>
          <pc:docMk/>
          <pc:sldMk cId="0" sldId="260"/>
        </pc:sldMkLst>
        <pc:spChg chg="mod">
          <ac:chgData name="LAURENT Maxent OBS/MKT" userId="3c929522-8ab4-4234-a382-2d0824bf165c" providerId="ADAL" clId="{E21B37DE-0F01-4F02-BB71-EBCCB84B4DA1}" dt="2026-05-20T10:02:49.265" v="121" actId="207"/>
          <ac:spMkLst>
            <pc:docMk/>
            <pc:sldMk cId="0" sldId="260"/>
            <ac:spMk id="2" creationId="{00000000-0000-0000-0000-000000000000}"/>
          </ac:spMkLst>
        </pc:spChg>
        <pc:spChg chg="mod">
          <ac:chgData name="LAURENT Maxent OBS/MKT" userId="3c929522-8ab4-4234-a382-2d0824bf165c" providerId="ADAL" clId="{E21B37DE-0F01-4F02-BB71-EBCCB84B4DA1}" dt="2026-05-20T09:25:04.433" v="77" actId="14100"/>
          <ac:spMkLst>
            <pc:docMk/>
            <pc:sldMk cId="0" sldId="260"/>
            <ac:spMk id="3" creationId="{00000000-0000-0000-0000-000000000000}"/>
          </ac:spMkLst>
        </pc:spChg>
        <pc:spChg chg="add del mod">
          <ac:chgData name="LAURENT Maxent OBS/MKT" userId="3c929522-8ab4-4234-a382-2d0824bf165c" providerId="ADAL" clId="{E21B37DE-0F01-4F02-BB71-EBCCB84B4DA1}" dt="2026-05-20T09:24:49.431" v="71" actId="478"/>
          <ac:spMkLst>
            <pc:docMk/>
            <pc:sldMk cId="0" sldId="260"/>
            <ac:spMk id="6" creationId="{85AB5BF3-D756-034D-11F4-74C88B33C323}"/>
          </ac:spMkLst>
        </pc:spChg>
        <pc:picChg chg="del">
          <ac:chgData name="LAURENT Maxent OBS/MKT" userId="3c929522-8ab4-4234-a382-2d0824bf165c" providerId="ADAL" clId="{E21B37DE-0F01-4F02-BB71-EBCCB84B4DA1}" dt="2026-05-20T09:24:48.487" v="70" actId="478"/>
          <ac:picMkLst>
            <pc:docMk/>
            <pc:sldMk cId="0" sldId="260"/>
            <ac:picMk id="4" creationId="{00000000-0000-0000-0000-000000000000}"/>
          </ac:picMkLst>
        </pc:picChg>
        <pc:picChg chg="add mod">
          <ac:chgData name="LAURENT Maxent OBS/MKT" userId="3c929522-8ab4-4234-a382-2d0824bf165c" providerId="ADAL" clId="{E21B37DE-0F01-4F02-BB71-EBCCB84B4DA1}" dt="2026-05-20T09:25:09.070" v="78" actId="1076"/>
          <ac:picMkLst>
            <pc:docMk/>
            <pc:sldMk cId="0" sldId="260"/>
            <ac:picMk id="8" creationId="{A00BC7E9-968E-A9F9-3433-D8071E8B9C6F}"/>
          </ac:picMkLst>
        </pc:picChg>
      </pc:sldChg>
      <pc:sldChg chg="modSp mod">
        <pc:chgData name="LAURENT Maxent OBS/MKT" userId="3c929522-8ab4-4234-a382-2d0824bf165c" providerId="ADAL" clId="{E21B37DE-0F01-4F02-BB71-EBCCB84B4DA1}" dt="2026-05-20T10:02:57.731" v="123" actId="207"/>
        <pc:sldMkLst>
          <pc:docMk/>
          <pc:sldMk cId="0" sldId="261"/>
        </pc:sldMkLst>
        <pc:spChg chg="mod">
          <ac:chgData name="LAURENT Maxent OBS/MKT" userId="3c929522-8ab4-4234-a382-2d0824bf165c" providerId="ADAL" clId="{E21B37DE-0F01-4F02-BB71-EBCCB84B4DA1}" dt="2026-05-20T10:02:54.728" v="122" actId="207"/>
          <ac:spMkLst>
            <pc:docMk/>
            <pc:sldMk cId="0" sldId="261"/>
            <ac:spMk id="2" creationId="{00000000-0000-0000-0000-000000000000}"/>
          </ac:spMkLst>
        </pc:spChg>
        <pc:spChg chg="mod">
          <ac:chgData name="LAURENT Maxent OBS/MKT" userId="3c929522-8ab4-4234-a382-2d0824bf165c" providerId="ADAL" clId="{E21B37DE-0F01-4F02-BB71-EBCCB84B4DA1}" dt="2026-05-20T10:02:57.731" v="123" actId="207"/>
          <ac:spMkLst>
            <pc:docMk/>
            <pc:sldMk cId="0" sldId="261"/>
            <ac:spMk id="3" creationId="{00000000-0000-0000-0000-000000000000}"/>
          </ac:spMkLst>
        </pc:spChg>
        <pc:spChg chg="mod">
          <ac:chgData name="LAURENT Maxent OBS/MKT" userId="3c929522-8ab4-4234-a382-2d0824bf165c" providerId="ADAL" clId="{E21B37DE-0F01-4F02-BB71-EBCCB84B4DA1}" dt="2026-05-20T10:02:57.731" v="123" actId="207"/>
          <ac:spMkLst>
            <pc:docMk/>
            <pc:sldMk cId="0" sldId="261"/>
            <ac:spMk id="7" creationId="{00000000-0000-0000-0000-000000000000}"/>
          </ac:spMkLst>
        </pc:spChg>
      </pc:sldChg>
      <pc:sldChg chg="modSp mod">
        <pc:chgData name="LAURENT Maxent OBS/MKT" userId="3c929522-8ab4-4234-a382-2d0824bf165c" providerId="ADAL" clId="{E21B37DE-0F01-4F02-BB71-EBCCB84B4DA1}" dt="2026-05-20T10:03:04.894" v="125" actId="207"/>
        <pc:sldMkLst>
          <pc:docMk/>
          <pc:sldMk cId="0" sldId="262"/>
        </pc:sldMkLst>
        <pc:spChg chg="mod">
          <ac:chgData name="LAURENT Maxent OBS/MKT" userId="3c929522-8ab4-4234-a382-2d0824bf165c" providerId="ADAL" clId="{E21B37DE-0F01-4F02-BB71-EBCCB84B4DA1}" dt="2026-05-20T10:03:04.894" v="125" actId="207"/>
          <ac:spMkLst>
            <pc:docMk/>
            <pc:sldMk cId="0" sldId="262"/>
            <ac:spMk id="2" creationId="{00000000-0000-0000-0000-000000000000}"/>
          </ac:spMkLst>
        </pc:spChg>
        <pc:spChg chg="mod">
          <ac:chgData name="LAURENT Maxent OBS/MKT" userId="3c929522-8ab4-4234-a382-2d0824bf165c" providerId="ADAL" clId="{E21B37DE-0F01-4F02-BB71-EBCCB84B4DA1}" dt="2026-05-20T10:03:02.573" v="124" actId="207"/>
          <ac:spMkLst>
            <pc:docMk/>
            <pc:sldMk cId="0" sldId="262"/>
            <ac:spMk id="3" creationId="{00000000-0000-0000-0000-000000000000}"/>
          </ac:spMkLst>
        </pc:spChg>
        <pc:spChg chg="mod">
          <ac:chgData name="LAURENT Maxent OBS/MKT" userId="3c929522-8ab4-4234-a382-2d0824bf165c" providerId="ADAL" clId="{E21B37DE-0F01-4F02-BB71-EBCCB84B4DA1}" dt="2026-05-20T10:03:02.573" v="124" actId="207"/>
          <ac:spMkLst>
            <pc:docMk/>
            <pc:sldMk cId="0" sldId="262"/>
            <ac:spMk id="7" creationId="{00000000-0000-0000-0000-000000000000}"/>
          </ac:spMkLst>
        </pc:spChg>
        <pc:spChg chg="mod">
          <ac:chgData name="LAURENT Maxent OBS/MKT" userId="3c929522-8ab4-4234-a382-2d0824bf165c" providerId="ADAL" clId="{E21B37DE-0F01-4F02-BB71-EBCCB84B4DA1}" dt="2026-05-20T10:03:02.573" v="124" actId="207"/>
          <ac:spMkLst>
            <pc:docMk/>
            <pc:sldMk cId="0" sldId="262"/>
            <ac:spMk id="11" creationId="{00000000-0000-0000-0000-000000000000}"/>
          </ac:spMkLst>
        </pc:spChg>
      </pc:sldChg>
      <pc:sldChg chg="addSp delSp modSp mod">
        <pc:chgData name="LAURENT Maxent OBS/MKT" userId="3c929522-8ab4-4234-a382-2d0824bf165c" providerId="ADAL" clId="{E21B37DE-0F01-4F02-BB71-EBCCB84B4DA1}" dt="2026-05-20T10:03:08.738" v="126" actId="207"/>
        <pc:sldMkLst>
          <pc:docMk/>
          <pc:sldMk cId="0" sldId="263"/>
        </pc:sldMkLst>
        <pc:spChg chg="mod">
          <ac:chgData name="LAURENT Maxent OBS/MKT" userId="3c929522-8ab4-4234-a382-2d0824bf165c" providerId="ADAL" clId="{E21B37DE-0F01-4F02-BB71-EBCCB84B4DA1}" dt="2026-05-20T10:03:08.738" v="126" actId="207"/>
          <ac:spMkLst>
            <pc:docMk/>
            <pc:sldMk cId="0" sldId="263"/>
            <ac:spMk id="2" creationId="{00000000-0000-0000-0000-000000000000}"/>
          </ac:spMkLst>
        </pc:spChg>
        <pc:spChg chg="mod">
          <ac:chgData name="LAURENT Maxent OBS/MKT" userId="3c929522-8ab4-4234-a382-2d0824bf165c" providerId="ADAL" clId="{E21B37DE-0F01-4F02-BB71-EBCCB84B4DA1}" dt="2026-05-20T09:27:28.924" v="82" actId="14100"/>
          <ac:spMkLst>
            <pc:docMk/>
            <pc:sldMk cId="0" sldId="263"/>
            <ac:spMk id="3" creationId="{00000000-0000-0000-0000-000000000000}"/>
          </ac:spMkLst>
        </pc:spChg>
        <pc:spChg chg="add del mod">
          <ac:chgData name="LAURENT Maxent OBS/MKT" userId="3c929522-8ab4-4234-a382-2d0824bf165c" providerId="ADAL" clId="{E21B37DE-0F01-4F02-BB71-EBCCB84B4DA1}" dt="2026-05-20T09:27:21.620" v="80" actId="478"/>
          <ac:spMkLst>
            <pc:docMk/>
            <pc:sldMk cId="0" sldId="263"/>
            <ac:spMk id="6" creationId="{A0B96BBB-668F-6C0D-0A9C-091FD5FCB994}"/>
          </ac:spMkLst>
        </pc:spChg>
        <pc:picChg chg="del">
          <ac:chgData name="LAURENT Maxent OBS/MKT" userId="3c929522-8ab4-4234-a382-2d0824bf165c" providerId="ADAL" clId="{E21B37DE-0F01-4F02-BB71-EBCCB84B4DA1}" dt="2026-05-20T09:27:20.773" v="79" actId="478"/>
          <ac:picMkLst>
            <pc:docMk/>
            <pc:sldMk cId="0" sldId="263"/>
            <ac:picMk id="4" creationId="{00000000-0000-0000-0000-000000000000}"/>
          </ac:picMkLst>
        </pc:picChg>
        <pc:picChg chg="add mod">
          <ac:chgData name="LAURENT Maxent OBS/MKT" userId="3c929522-8ab4-4234-a382-2d0824bf165c" providerId="ADAL" clId="{E21B37DE-0F01-4F02-BB71-EBCCB84B4DA1}" dt="2026-05-20T09:27:40.106" v="85" actId="1076"/>
          <ac:picMkLst>
            <pc:docMk/>
            <pc:sldMk cId="0" sldId="263"/>
            <ac:picMk id="8" creationId="{2E4D9819-146F-E71E-8D71-4AFD048FC170}"/>
          </ac:picMkLst>
        </pc:picChg>
      </pc:sldChg>
      <pc:sldChg chg="addSp delSp modSp mod">
        <pc:chgData name="LAURENT Maxent OBS/MKT" userId="3c929522-8ab4-4234-a382-2d0824bf165c" providerId="ADAL" clId="{E21B37DE-0F01-4F02-BB71-EBCCB84B4DA1}" dt="2026-05-20T10:03:13.532" v="127" actId="207"/>
        <pc:sldMkLst>
          <pc:docMk/>
          <pc:sldMk cId="0" sldId="264"/>
        </pc:sldMkLst>
        <pc:spChg chg="mod">
          <ac:chgData name="LAURENT Maxent OBS/MKT" userId="3c929522-8ab4-4234-a382-2d0824bf165c" providerId="ADAL" clId="{E21B37DE-0F01-4F02-BB71-EBCCB84B4DA1}" dt="2026-05-20T10:03:13.532" v="127" actId="207"/>
          <ac:spMkLst>
            <pc:docMk/>
            <pc:sldMk cId="0" sldId="264"/>
            <ac:spMk id="2" creationId="{00000000-0000-0000-0000-000000000000}"/>
          </ac:spMkLst>
        </pc:spChg>
        <pc:spChg chg="add del mod">
          <ac:chgData name="LAURENT Maxent OBS/MKT" userId="3c929522-8ab4-4234-a382-2d0824bf165c" providerId="ADAL" clId="{E21B37DE-0F01-4F02-BB71-EBCCB84B4DA1}" dt="2026-05-20T09:32:12.554" v="92" actId="478"/>
          <ac:spMkLst>
            <pc:docMk/>
            <pc:sldMk cId="0" sldId="264"/>
            <ac:spMk id="6" creationId="{6650D21D-9FF2-DF68-14BD-5D9BA18ECFC7}"/>
          </ac:spMkLst>
        </pc:spChg>
        <pc:picChg chg="del">
          <ac:chgData name="LAURENT Maxent OBS/MKT" userId="3c929522-8ab4-4234-a382-2d0824bf165c" providerId="ADAL" clId="{E21B37DE-0F01-4F02-BB71-EBCCB84B4DA1}" dt="2026-05-20T09:32:09.529" v="90" actId="478"/>
          <ac:picMkLst>
            <pc:docMk/>
            <pc:sldMk cId="0" sldId="264"/>
            <ac:picMk id="4" creationId="{00000000-0000-0000-0000-000000000000}"/>
          </ac:picMkLst>
        </pc:picChg>
        <pc:picChg chg="add mod">
          <ac:chgData name="LAURENT Maxent OBS/MKT" userId="3c929522-8ab4-4234-a382-2d0824bf165c" providerId="ADAL" clId="{E21B37DE-0F01-4F02-BB71-EBCCB84B4DA1}" dt="2026-05-20T09:32:25.485" v="96" actId="14100"/>
          <ac:picMkLst>
            <pc:docMk/>
            <pc:sldMk cId="0" sldId="264"/>
            <ac:picMk id="8" creationId="{B09AE76A-9173-4729-936C-999780B1A78D}"/>
          </ac:picMkLst>
        </pc:picChg>
      </pc:sldChg>
      <pc:sldChg chg="modSp mod">
        <pc:chgData name="LAURENT Maxent OBS/MKT" userId="3c929522-8ab4-4234-a382-2d0824bf165c" providerId="ADAL" clId="{E21B37DE-0F01-4F02-BB71-EBCCB84B4DA1}" dt="2026-05-20T10:03:20.969" v="129" actId="207"/>
        <pc:sldMkLst>
          <pc:docMk/>
          <pc:sldMk cId="0" sldId="265"/>
        </pc:sldMkLst>
        <pc:spChg chg="mod">
          <ac:chgData name="LAURENT Maxent OBS/MKT" userId="3c929522-8ab4-4234-a382-2d0824bf165c" providerId="ADAL" clId="{E21B37DE-0F01-4F02-BB71-EBCCB84B4DA1}" dt="2026-05-20T10:03:17.242" v="128" actId="207"/>
          <ac:spMkLst>
            <pc:docMk/>
            <pc:sldMk cId="0" sldId="265"/>
            <ac:spMk id="2" creationId="{00000000-0000-0000-0000-000000000000}"/>
          </ac:spMkLst>
        </pc:spChg>
        <pc:spChg chg="mod">
          <ac:chgData name="LAURENT Maxent OBS/MKT" userId="3c929522-8ab4-4234-a382-2d0824bf165c" providerId="ADAL" clId="{E21B37DE-0F01-4F02-BB71-EBCCB84B4DA1}" dt="2026-05-20T10:03:20.969" v="129" actId="207"/>
          <ac:spMkLst>
            <pc:docMk/>
            <pc:sldMk cId="0" sldId="265"/>
            <ac:spMk id="3" creationId="{00000000-0000-0000-0000-000000000000}"/>
          </ac:spMkLst>
        </pc:spChg>
        <pc:spChg chg="mod">
          <ac:chgData name="LAURENT Maxent OBS/MKT" userId="3c929522-8ab4-4234-a382-2d0824bf165c" providerId="ADAL" clId="{E21B37DE-0F01-4F02-BB71-EBCCB84B4DA1}" dt="2026-05-20T09:58:33.064" v="106" actId="20577"/>
          <ac:spMkLst>
            <pc:docMk/>
            <pc:sldMk cId="0" sldId="265"/>
            <ac:spMk id="6" creationId="{00000000-0000-0000-0000-000000000000}"/>
          </ac:spMkLst>
        </pc:spChg>
        <pc:spChg chg="mod">
          <ac:chgData name="LAURENT Maxent OBS/MKT" userId="3c929522-8ab4-4234-a382-2d0824bf165c" providerId="ADAL" clId="{E21B37DE-0F01-4F02-BB71-EBCCB84B4DA1}" dt="2026-05-20T10:03:20.969" v="129" actId="207"/>
          <ac:spMkLst>
            <pc:docMk/>
            <pc:sldMk cId="0" sldId="265"/>
            <ac:spMk id="7" creationId="{00000000-0000-0000-0000-000000000000}"/>
          </ac:spMkLst>
        </pc:spChg>
        <pc:spChg chg="mod">
          <ac:chgData name="LAURENT Maxent OBS/MKT" userId="3c929522-8ab4-4234-a382-2d0824bf165c" providerId="ADAL" clId="{E21B37DE-0F01-4F02-BB71-EBCCB84B4DA1}" dt="2026-05-20T10:03:20.969" v="129" actId="207"/>
          <ac:spMkLst>
            <pc:docMk/>
            <pc:sldMk cId="0" sldId="265"/>
            <ac:spMk id="11" creationId="{00000000-0000-0000-0000-000000000000}"/>
          </ac:spMkLst>
        </pc:spChg>
      </pc:sldChg>
      <pc:sldChg chg="addSp delSp modSp mod">
        <pc:chgData name="LAURENT Maxent OBS/MKT" userId="3c929522-8ab4-4234-a382-2d0824bf165c" providerId="ADAL" clId="{E21B37DE-0F01-4F02-BB71-EBCCB84B4DA1}" dt="2026-05-21T12:01:18.786" v="135" actId="1076"/>
        <pc:sldMkLst>
          <pc:docMk/>
          <pc:sldMk cId="0" sldId="266"/>
        </pc:sldMkLst>
        <pc:spChg chg="mod">
          <ac:chgData name="LAURENT Maxent OBS/MKT" userId="3c929522-8ab4-4234-a382-2d0824bf165c" providerId="ADAL" clId="{E21B37DE-0F01-4F02-BB71-EBCCB84B4DA1}" dt="2026-05-20T10:03:24.572" v="130" actId="207"/>
          <ac:spMkLst>
            <pc:docMk/>
            <pc:sldMk cId="0" sldId="266"/>
            <ac:spMk id="2" creationId="{00000000-0000-0000-0000-000000000000}"/>
          </ac:spMkLst>
        </pc:spChg>
        <pc:spChg chg="add del mod">
          <ac:chgData name="LAURENT Maxent OBS/MKT" userId="3c929522-8ab4-4234-a382-2d0824bf165c" providerId="ADAL" clId="{E21B37DE-0F01-4F02-BB71-EBCCB84B4DA1}" dt="2026-05-20T09:54:32.357" v="98" actId="478"/>
          <ac:spMkLst>
            <pc:docMk/>
            <pc:sldMk cId="0" sldId="266"/>
            <ac:spMk id="6" creationId="{178FA9DE-27FA-9D51-FBA3-B3A8EA10452B}"/>
          </ac:spMkLst>
        </pc:spChg>
        <pc:picChg chg="del">
          <ac:chgData name="LAURENT Maxent OBS/MKT" userId="3c929522-8ab4-4234-a382-2d0824bf165c" providerId="ADAL" clId="{E21B37DE-0F01-4F02-BB71-EBCCB84B4DA1}" dt="2026-05-20T09:54:27.409" v="97" actId="478"/>
          <ac:picMkLst>
            <pc:docMk/>
            <pc:sldMk cId="0" sldId="266"/>
            <ac:picMk id="4" creationId="{00000000-0000-0000-0000-000000000000}"/>
          </ac:picMkLst>
        </pc:picChg>
        <pc:picChg chg="add mod">
          <ac:chgData name="LAURENT Maxent OBS/MKT" userId="3c929522-8ab4-4234-a382-2d0824bf165c" providerId="ADAL" clId="{E21B37DE-0F01-4F02-BB71-EBCCB84B4DA1}" dt="2026-05-21T12:01:18.786" v="135" actId="1076"/>
          <ac:picMkLst>
            <pc:docMk/>
            <pc:sldMk cId="0" sldId="266"/>
            <ac:picMk id="8" creationId="{E63A47A6-C2B4-4670-F999-A097CF34808D}"/>
          </ac:picMkLst>
        </pc:picChg>
      </pc:sldChg>
      <pc:sldChg chg="modSp mod">
        <pc:chgData name="LAURENT Maxent OBS/MKT" userId="3c929522-8ab4-4234-a382-2d0824bf165c" providerId="ADAL" clId="{E21B37DE-0F01-4F02-BB71-EBCCB84B4DA1}" dt="2026-05-20T10:03:28.627" v="131" actId="207"/>
        <pc:sldMkLst>
          <pc:docMk/>
          <pc:sldMk cId="0" sldId="267"/>
        </pc:sldMkLst>
        <pc:spChg chg="mod">
          <ac:chgData name="LAURENT Maxent OBS/MKT" userId="3c929522-8ab4-4234-a382-2d0824bf165c" providerId="ADAL" clId="{E21B37DE-0F01-4F02-BB71-EBCCB84B4DA1}" dt="2026-05-20T10:03:28.627" v="131" actId="207"/>
          <ac:spMkLst>
            <pc:docMk/>
            <pc:sldMk cId="0" sldId="267"/>
            <ac:spMk id="2" creationId="{00000000-0000-0000-0000-000000000000}"/>
          </ac:spMkLst>
        </pc:spChg>
      </pc:sldChg>
      <pc:sldMasterChg chg="delSp mod">
        <pc:chgData name="LAURENT Maxent OBS/MKT" userId="3c929522-8ab4-4234-a382-2d0824bf165c" providerId="ADAL" clId="{E21B37DE-0F01-4F02-BB71-EBCCB84B4DA1}" dt="2026-05-20T09:12:58.962" v="54" actId="33475"/>
        <pc:sldMasterMkLst>
          <pc:docMk/>
          <pc:sldMasterMk cId="1507071699" sldId="2147483658"/>
        </pc:sldMasterMkLst>
        <pc:spChg chg="del">
          <ac:chgData name="LAURENT Maxent OBS/MKT" userId="3c929522-8ab4-4234-a382-2d0824bf165c" providerId="ADAL" clId="{E21B37DE-0F01-4F02-BB71-EBCCB84B4DA1}" dt="2026-05-20T09:12:58.962" v="54" actId="33475"/>
          <ac:spMkLst>
            <pc:docMk/>
            <pc:sldMasterMk cId="1507071699" sldId="2147483658"/>
            <ac:spMk id="8" creationId="{6C3E3263-F057-48B5-A59C-F96C0F4299B2}"/>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elvetica 55 Roman" panose="020B0604020202020204" pitchFamily="34" charset="0"/>
              </a:defRPr>
            </a:lvl1pPr>
          </a:lstStyle>
          <a:p>
            <a:endParaRPr lang="en-GB" dirty="0"/>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elvetica 55 Roman" panose="020B0604020202020204" pitchFamily="34" charset="0"/>
              </a:defRPr>
            </a:lvl1pPr>
          </a:lstStyle>
          <a:p>
            <a:fld id="{14F63557-65CD-470F-8999-4C3C411BE899}" type="datetimeFigureOut">
              <a:rPr lang="en-GB" smtClean="0"/>
              <a:pPr/>
              <a:t>21/05/2026</a:t>
            </a:fld>
            <a:endParaRPr lang="en-GB"/>
          </a:p>
        </p:txBody>
      </p:sp>
      <p:sp>
        <p:nvSpPr>
          <p:cNvPr id="10" name="Notes Placeholder 4"/>
          <p:cNvSpPr>
            <a:spLocks noGrp="1"/>
          </p:cNvSpPr>
          <p:nvPr>
            <p:ph type="body" sz="quarter" idx="3"/>
          </p:nvPr>
        </p:nvSpPr>
        <p:spPr>
          <a:xfrm>
            <a:off x="381000" y="4343400"/>
            <a:ext cx="6096000" cy="4114800"/>
          </a:xfrm>
          <a:prstGeom prst="rect">
            <a:avLst/>
          </a:prstGeom>
        </p:spPr>
        <p:txBody>
          <a:bodyPr vert="horz" lIns="91440" tIns="45720" rIns="180000" bIns="45720" rtlCol="0"/>
          <a:lstStyle/>
          <a:p>
            <a:pPr marL="92075"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Click to edit Master text styles</a:t>
            </a:r>
          </a:p>
          <a:p>
            <a:pPr marL="230188" marR="0" lvl="1"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rPr>
              <a:t>Second level</a:t>
            </a:r>
          </a:p>
          <a:p>
            <a:pPr marL="360363" marR="0" lvl="2"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Third level</a:t>
            </a:r>
          </a:p>
          <a:p>
            <a:pPr marL="522288" marR="0" lvl="3"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Fourth level</a:t>
            </a:r>
          </a:p>
          <a:p>
            <a:pPr marL="668338" marR="0" lvl="4"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rPr>
              <a:t>Fifth level</a:t>
            </a:r>
            <a:endParaRPr kumimoji="0" lang="en-GB" sz="10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
        <p:nvSpPr>
          <p:cNvPr id="1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elvetica 55 Roman" panose="020B0604020202020204" pitchFamily="34" charset="0"/>
              </a:defRPr>
            </a:lvl1pPr>
          </a:lstStyle>
          <a:p>
            <a:endParaRPr lang="en-GB"/>
          </a:p>
        </p:txBody>
      </p:sp>
      <p:sp>
        <p:nvSpPr>
          <p:cNvPr id="1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elvetica 55 Roman" panose="020B0604020202020204" pitchFamily="34" charset="0"/>
              </a:defRPr>
            </a:lvl1pPr>
          </a:lstStyle>
          <a:p>
            <a:fld id="{885932DF-9606-4758-A2B5-AF1153FB1ABB}" type="slidenum">
              <a:rPr lang="en-GB" smtClean="0"/>
              <a:pPr/>
              <a:t>‹N°›</a:t>
            </a:fld>
            <a:endParaRPr lang="en-GB"/>
          </a:p>
        </p:txBody>
      </p:sp>
    </p:spTree>
    <p:extLst>
      <p:ext uri="{BB962C8B-B14F-4D97-AF65-F5344CB8AC3E}">
        <p14:creationId xmlns:p14="http://schemas.microsoft.com/office/powerpoint/2010/main" val="1938228746"/>
      </p:ext>
    </p:extLst>
  </p:cSld>
  <p:clrMap bg1="lt1" tx1="dk1" bg2="lt2" tx2="dk2" accent1="accent1" accent2="accent2" accent3="accent3" accent4="accent4" accent5="accent5" accent6="accent6" hlink="hlink" folHlink="folHlink"/>
  <p:notesStyle>
    <a:lvl1pPr marL="92075" marR="0" indent="0" algn="l" defTabSz="914400" rtl="0" eaLnBrk="1" fontAlgn="auto" latinLnBrk="0" hangingPunct="1">
      <a:lnSpc>
        <a:spcPct val="100000"/>
      </a:lnSpc>
      <a:spcBef>
        <a:spcPts val="0"/>
      </a:spcBef>
      <a:spcAft>
        <a:spcPts val="0"/>
      </a:spcAft>
      <a:buClrTx/>
      <a:buSzTx/>
      <a:buFontTx/>
      <a:buNone/>
      <a:tabLst/>
      <a:defRPr sz="1000" kern="1200">
        <a:solidFill>
          <a:schemeClr val="tx1"/>
        </a:solidFill>
        <a:latin typeface="Helvetica 75 Bold" panose="020B0804020202020204" pitchFamily="34" charset="0"/>
        <a:ea typeface="+mn-ea"/>
        <a:cs typeface="+mn-cs"/>
      </a:defRPr>
    </a:lvl1pPr>
    <a:lvl2pPr marL="230188" marR="0"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sz="1000" kern="1200">
        <a:solidFill>
          <a:schemeClr val="tx1"/>
        </a:solidFill>
        <a:latin typeface="Helvetica 75 Bold" panose="020B0804020202020204" pitchFamily="34" charset="0"/>
        <a:ea typeface="+mn-ea"/>
        <a:cs typeface="+mn-cs"/>
      </a:defRPr>
    </a:lvl2pPr>
    <a:lvl3pPr marL="360363" marR="0"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3pPr>
    <a:lvl4pPr marL="522288" marR="0"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4pPr>
    <a:lvl5pPr marL="668338" marR="0"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fr-FR" noProof="0" dirty="0"/>
              <a:t>Modifiez le titre</a:t>
            </a:r>
          </a:p>
        </p:txBody>
      </p:sp>
      <p:sp>
        <p:nvSpPr>
          <p:cNvPr id="3" name="Content Placeholder 2"/>
          <p:cNvSpPr>
            <a:spLocks noGrp="1"/>
          </p:cNvSpPr>
          <p:nvPr>
            <p:ph idx="1" hasCustomPrompt="1"/>
          </p:nvPr>
        </p:nvSpPr>
        <p:spPr>
          <a:xfrm>
            <a:off x="314326" y="1181101"/>
            <a:ext cx="8515350" cy="3370262"/>
          </a:xfrm>
        </p:spPr>
        <p:txBody>
          <a:bodyPr/>
          <a:lstStyle>
            <a:lvl1pPr>
              <a:defRPr baseline="0"/>
            </a:lvl1pPr>
            <a:lvl2pPr>
              <a:defRPr>
                <a:solidFill>
                  <a:schemeClr val="tx1"/>
                </a:solidFill>
              </a:defRPr>
            </a:lvl2pPr>
            <a:lvl3pPr>
              <a:defRPr>
                <a:solidFill>
                  <a:schemeClr val="tx1"/>
                </a:solidFill>
              </a:defRPr>
            </a:lvl3pPr>
            <a:lvl4pPr>
              <a:defRPr baseline="0">
                <a:solidFill>
                  <a:schemeClr val="tx1"/>
                </a:solidFill>
              </a:defRPr>
            </a:lvl4pPr>
            <a:lvl5pPr>
              <a:defRPr>
                <a:solidFill>
                  <a:schemeClr val="tx1"/>
                </a:solidFill>
              </a:defRPr>
            </a:lvl5pPr>
            <a:lvl6pPr>
              <a:defRPr/>
            </a:lvl6pPr>
          </a:lstStyle>
          <a:p>
            <a:pPr lvl="0"/>
            <a:r>
              <a:rPr lang="fr-FR" noProof="0" dirty="0"/>
              <a:t>Cliquez pour saisir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203530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13535" y="267618"/>
            <a:ext cx="5194569" cy="2854155"/>
          </a:xfrm>
        </p:spPr>
        <p:txBody>
          <a:bodyPr>
            <a:noAutofit/>
          </a:bodyPr>
          <a:lstStyle>
            <a:lvl1pPr algn="l">
              <a:lnSpc>
                <a:spcPct val="85000"/>
              </a:lnSpc>
              <a:defRPr sz="4000" baseline="0">
                <a:solidFill>
                  <a:schemeClr val="tx1"/>
                </a:solidFill>
              </a:defRPr>
            </a:lvl1pPr>
          </a:lstStyle>
          <a:p>
            <a:r>
              <a:rPr lang="fr-FR" noProof="0" dirty="0"/>
              <a:t>Modifiez le texte du masque</a:t>
            </a:r>
          </a:p>
        </p:txBody>
      </p:sp>
      <p:sp>
        <p:nvSpPr>
          <p:cNvPr id="17" name="Text Placeholder 17"/>
          <p:cNvSpPr>
            <a:spLocks noGrp="1"/>
          </p:cNvSpPr>
          <p:nvPr>
            <p:ph type="body" sz="quarter" idx="16" hasCustomPrompt="1"/>
          </p:nvPr>
        </p:nvSpPr>
        <p:spPr>
          <a:xfrm>
            <a:off x="5800726" y="266701"/>
            <a:ext cx="3028950" cy="3650410"/>
          </a:xfrm>
        </p:spPr>
        <p:txBody>
          <a:bodyPr/>
          <a:lstStyle>
            <a:lvl1pPr>
              <a:defRPr baseline="0"/>
            </a:lvl1pPr>
            <a:lvl2pPr>
              <a:defRPr/>
            </a:lvl2pPr>
          </a:lstStyle>
          <a:p>
            <a:pPr lvl="0"/>
            <a:r>
              <a:rPr lang="fr-FR" noProof="0" dirty="0"/>
              <a:t>Modifiez le texte</a:t>
            </a:r>
          </a:p>
          <a:p>
            <a:pPr lvl="1"/>
            <a:r>
              <a:rPr lang="fr-FR" noProof="0" dirty="0"/>
              <a:t>Deuxième niveau</a:t>
            </a:r>
          </a:p>
        </p:txBody>
      </p:sp>
      <p:sp>
        <p:nvSpPr>
          <p:cNvPr id="16" name="Subtitle 2"/>
          <p:cNvSpPr>
            <a:spLocks noGrp="1"/>
          </p:cNvSpPr>
          <p:nvPr>
            <p:ph type="subTitle" idx="1" hasCustomPrompt="1"/>
          </p:nvPr>
        </p:nvSpPr>
        <p:spPr>
          <a:xfrm>
            <a:off x="314325" y="3263060"/>
            <a:ext cx="5193779" cy="654051"/>
          </a:xfrm>
        </p:spPr>
        <p:txBody>
          <a:bodyPr/>
          <a:lstStyle>
            <a:lvl1pPr marL="0" indent="0" algn="l">
              <a:buNone/>
              <a:defRPr baseline="0">
                <a:solidFill>
                  <a:schemeClr val="tx1"/>
                </a:solidFill>
              </a:defRPr>
            </a:lvl1pPr>
            <a:lvl2pPr marL="180975" indent="-180975" algn="l">
              <a:buClr>
                <a:schemeClr val="bg2"/>
              </a:buClr>
              <a:buSzPct val="100000"/>
              <a:buFont typeface="Wingdings" panose="05000000000000000000" pitchFamily="2" charset="2"/>
              <a:buChar char="§"/>
              <a:defRPr>
                <a:solidFill>
                  <a:schemeClr val="tx1"/>
                </a:solidFill>
              </a:defRPr>
            </a:lvl2pPr>
            <a:lvl3pPr marL="406800" indent="-190800" algn="l">
              <a:spcBef>
                <a:spcPts val="336"/>
              </a:spcBef>
              <a:buClrTx/>
              <a:buFont typeface="Helvetica 55 Roman" panose="020B0604020202020204" pitchFamily="34" charset="0"/>
              <a:buChar char="–"/>
              <a:defRPr>
                <a:solidFill>
                  <a:schemeClr val="tx1"/>
                </a:solidFill>
                <a:latin typeface="Helvetica 55 Roman" panose="020B0604020202020204" pitchFamily="34" charset="0"/>
              </a:defRPr>
            </a:lvl3pPr>
            <a:lvl4pPr marL="594000" indent="-172800" algn="l">
              <a:spcBef>
                <a:spcPts val="24"/>
              </a:spcBef>
              <a:buFont typeface="Helvetica 55 Roman" panose="020B0604020202020204" pitchFamily="34" charset="0"/>
              <a:buChar char="–"/>
              <a:defRPr>
                <a:solidFill>
                  <a:schemeClr val="tx1"/>
                </a:solidFill>
              </a:defRPr>
            </a:lvl4pPr>
            <a:lvl5pPr marL="799200" indent="-190800" algn="l">
              <a:buFont typeface="Helvetica 55 Roman" panose="020B0604020202020204" pitchFamily="34" charset="0"/>
              <a:buChar char="–"/>
              <a:defRPr>
                <a:solidFill>
                  <a:schemeClr val="tx1"/>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dirty="0"/>
              <a:t>Cliquez pour indiquer le nom du présentateur</a:t>
            </a:r>
          </a:p>
        </p:txBody>
      </p:sp>
      <p:grpSp>
        <p:nvGrpSpPr>
          <p:cNvPr id="3" name="Group 2" descr="Orange logo"/>
          <p:cNvGrpSpPr/>
          <p:nvPr userDrawn="1"/>
        </p:nvGrpSpPr>
        <p:grpSpPr>
          <a:xfrm>
            <a:off x="313535" y="4233863"/>
            <a:ext cx="612775" cy="612775"/>
            <a:chOff x="313535" y="4233863"/>
            <a:chExt cx="612775" cy="612775"/>
          </a:xfrm>
        </p:grpSpPr>
        <p:sp>
          <p:nvSpPr>
            <p:cNvPr id="50" name="Rectangle 5"/>
            <p:cNvSpPr>
              <a:spLocks noChangeArrowheads="1"/>
            </p:cNvSpPr>
            <p:nvPr userDrawn="1"/>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1" name="Freeform 6"/>
            <p:cNvSpPr>
              <a:spLocks noEditPoints="1"/>
            </p:cNvSpPr>
            <p:nvPr userDrawn="1"/>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2" name="Freeform 7"/>
            <p:cNvSpPr>
              <a:spLocks/>
            </p:cNvSpPr>
            <p:nvPr userDrawn="1"/>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3" name="Freeform 8"/>
            <p:cNvSpPr>
              <a:spLocks noEditPoints="1"/>
            </p:cNvSpPr>
            <p:nvPr userDrawn="1"/>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4" name="Freeform 9"/>
            <p:cNvSpPr>
              <a:spLocks noEditPoints="1"/>
            </p:cNvSpPr>
            <p:nvPr userDrawn="1"/>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5" name="Freeform 10"/>
            <p:cNvSpPr>
              <a:spLocks/>
            </p:cNvSpPr>
            <p:nvPr userDrawn="1"/>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6" name="Freeform 11"/>
            <p:cNvSpPr>
              <a:spLocks noEditPoints="1"/>
            </p:cNvSpPr>
            <p:nvPr userDrawn="1"/>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sp>
          <p:nvSpPr>
            <p:cNvPr id="57" name="Freeform 12"/>
            <p:cNvSpPr>
              <a:spLocks noEditPoints="1"/>
            </p:cNvSpPr>
            <p:nvPr userDrawn="1"/>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noProof="0" dirty="0"/>
            </a:p>
          </p:txBody>
        </p:sp>
      </p:grpSp>
      <p:sp>
        <p:nvSpPr>
          <p:cNvPr id="4" name="Subtitle 2">
            <a:extLst>
              <a:ext uri="{FF2B5EF4-FFF2-40B4-BE49-F238E27FC236}">
                <a16:creationId xmlns:a16="http://schemas.microsoft.com/office/drawing/2014/main" id="{9F87BB81-9EF2-192C-422D-1E2EF5826972}"/>
              </a:ext>
            </a:extLst>
          </p:cNvPr>
          <p:cNvSpPr txBox="1">
            <a:spLocks/>
          </p:cNvSpPr>
          <p:nvPr userDrawn="1"/>
        </p:nvSpPr>
        <p:spPr>
          <a:xfrm>
            <a:off x="7308304" y="4412127"/>
            <a:ext cx="1584176" cy="383712"/>
          </a:xfrm>
          <a:prstGeom prst="rect">
            <a:avLst/>
          </a:prstGeom>
        </p:spPr>
        <p:txBody>
          <a:bodyPr vert="horz" wrap="square"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tx1"/>
                </a:solidFill>
                <a:latin typeface="Helvetica 75 Bold" panose="020B0804020202020204" pitchFamily="34" charset="0"/>
                <a:ea typeface="+mn-ea"/>
                <a:cs typeface="+mn-cs"/>
              </a:defRPr>
            </a:lvl1pPr>
            <a:lvl2pPr marL="180975" indent="-180975" algn="l" defTabSz="914400" rtl="0" eaLnBrk="1" latinLnBrk="0" hangingPunct="1">
              <a:lnSpc>
                <a:spcPct val="90000"/>
              </a:lnSpc>
              <a:spcBef>
                <a:spcPts val="600"/>
              </a:spcBef>
              <a:buClr>
                <a:schemeClr val="bg2"/>
              </a:buClr>
              <a:buSzPct val="100000"/>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2pPr>
            <a:lvl3pPr marL="406800" indent="-190800" algn="l" defTabSz="914400" rtl="0" eaLnBrk="1" latinLnBrk="0" hangingPunct="1">
              <a:lnSpc>
                <a:spcPct val="90000"/>
              </a:lnSpc>
              <a:spcBef>
                <a:spcPts val="336"/>
              </a:spcBef>
              <a:buClrTx/>
              <a:buFont typeface="Helvetica 55 Roman" panose="020B0604020202020204" pitchFamily="34" charset="0"/>
              <a:buChar char="–"/>
              <a:defRPr sz="1400" kern="1200" spc="-20" baseline="0">
                <a:solidFill>
                  <a:schemeClr val="tx1"/>
                </a:solidFill>
                <a:latin typeface="Helvetica 55 Roman" panose="020B0604020202020204" pitchFamily="34" charset="0"/>
                <a:ea typeface="+mn-ea"/>
                <a:cs typeface="+mn-cs"/>
              </a:defRPr>
            </a:lvl3pPr>
            <a:lvl4pPr marL="594000" indent="-172800" algn="l" defTabSz="914400" rtl="0" eaLnBrk="1" latinLnBrk="0" hangingPunct="1">
              <a:lnSpc>
                <a:spcPct val="90000"/>
              </a:lnSpc>
              <a:spcBef>
                <a:spcPts val="24"/>
              </a:spcBef>
              <a:buFont typeface="Helvetica 55 Roman"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799200" indent="-190800" algn="l" defTabSz="914400" rtl="0" eaLnBrk="1" latinLnBrk="0" hangingPunct="1">
              <a:lnSpc>
                <a:spcPct val="90000"/>
              </a:lnSpc>
              <a:spcBef>
                <a:spcPct val="20000"/>
              </a:spcBef>
              <a:buClr>
                <a:schemeClr val="tx1"/>
              </a:buClr>
              <a:buFont typeface="Helvetica 55 Roman"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2286000" indent="0" algn="ctr" defTabSz="914400" rtl="0" eaLnBrk="1" latinLnBrk="0" hangingPunct="1">
              <a:spcBef>
                <a:spcPct val="20000"/>
              </a:spcBef>
              <a:buFont typeface="Arial" panose="020B0604020202020204" pitchFamily="34" charset="0"/>
              <a:buNone/>
              <a:defRPr sz="1400" kern="1200">
                <a:solidFill>
                  <a:schemeClr val="tx1">
                    <a:tint val="75000"/>
                  </a:schemeClr>
                </a:solidFill>
                <a:latin typeface="Helvetica 55 Roman" panose="020B0604020202020204" pitchFamily="34" charset="0"/>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nSpc>
                <a:spcPct val="100000"/>
              </a:lnSpc>
              <a:spcBef>
                <a:spcPts val="100"/>
              </a:spcBef>
            </a:pPr>
            <a:r>
              <a:rPr lang="fr-FR" sz="1000" dirty="0"/>
              <a:t>Généré par IA avec l’outil</a:t>
            </a:r>
          </a:p>
          <a:p>
            <a:pPr>
              <a:lnSpc>
                <a:spcPct val="100000"/>
              </a:lnSpc>
              <a:spcBef>
                <a:spcPts val="100"/>
              </a:spcBef>
            </a:pPr>
            <a:r>
              <a:rPr lang="fr-FR" sz="1000" dirty="0" err="1"/>
              <a:t>Dinootoo</a:t>
            </a:r>
            <a:r>
              <a:rPr lang="fr-FR" sz="1000" dirty="0"/>
              <a:t> PPTX </a:t>
            </a:r>
            <a:r>
              <a:rPr lang="fr-FR" sz="1000" dirty="0" err="1"/>
              <a:t>Generator</a:t>
            </a:r>
            <a:endParaRPr lang="fr-FR" sz="1000" dirty="0"/>
          </a:p>
        </p:txBody>
      </p:sp>
      <p:pic>
        <p:nvPicPr>
          <p:cNvPr id="5" name="Graphique 4">
            <a:extLst>
              <a:ext uri="{FF2B5EF4-FFF2-40B4-BE49-F238E27FC236}">
                <a16:creationId xmlns:a16="http://schemas.microsoft.com/office/drawing/2014/main" id="{9D80DA9B-5B8C-59FD-CF9F-13A47BE65AF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12131" y="4400807"/>
            <a:ext cx="335376" cy="335376"/>
          </a:xfrm>
          <a:prstGeom prst="rect">
            <a:avLst/>
          </a:prstGeom>
        </p:spPr>
      </p:pic>
    </p:spTree>
    <p:extLst>
      <p:ext uri="{BB962C8B-B14F-4D97-AF65-F5344CB8AC3E}">
        <p14:creationId xmlns:p14="http://schemas.microsoft.com/office/powerpoint/2010/main" val="74709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of-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B98DB4-2268-274F-BD9C-8935AF268680}"/>
              </a:ext>
            </a:extLst>
          </p:cNvPr>
          <p:cNvSpPr>
            <a:spLocks noGrp="1"/>
          </p:cNvSpPr>
          <p:nvPr>
            <p:ph type="title"/>
          </p:nvPr>
        </p:nvSpPr>
        <p:spPr>
          <a:xfrm>
            <a:off x="313200" y="271243"/>
            <a:ext cx="8516475" cy="428299"/>
          </a:xfrm>
        </p:spPr>
        <p:txBody>
          <a:bodyPr/>
          <a:lstStyle>
            <a:lvl1pPr>
              <a:defRPr sz="3000">
                <a:solidFill>
                  <a:schemeClr val="bg2"/>
                </a:solidFill>
              </a:defRPr>
            </a:lvl1pPr>
          </a:lstStyle>
          <a:p>
            <a:r>
              <a:rPr lang="fr-FR" dirty="0"/>
              <a:t>Modifiez le style du titre</a:t>
            </a:r>
            <a:endParaRPr lang="en-GB" dirty="0"/>
          </a:p>
        </p:txBody>
      </p:sp>
      <p:sp>
        <p:nvSpPr>
          <p:cNvPr id="5" name="Content Placeholder 2"/>
          <p:cNvSpPr>
            <a:spLocks noGrp="1"/>
          </p:cNvSpPr>
          <p:nvPr>
            <p:ph idx="1" hasCustomPrompt="1"/>
          </p:nvPr>
        </p:nvSpPr>
        <p:spPr>
          <a:xfrm>
            <a:off x="314326" y="915567"/>
            <a:ext cx="8515349" cy="3672408"/>
          </a:xfrm>
        </p:spPr>
        <p:txBody>
          <a:bodyPr/>
          <a:lstStyle>
            <a:lvl1pPr>
              <a:spcBef>
                <a:spcPts val="0"/>
              </a:spcBef>
              <a:defRPr sz="3000" baseline="0">
                <a:solidFill>
                  <a:schemeClr val="tx1"/>
                </a:solidFill>
              </a:defRPr>
            </a:lvl1pPr>
            <a:lvl2pPr marL="361950" indent="-361950">
              <a:spcBef>
                <a:spcPts val="0"/>
              </a:spcBef>
              <a:buClrTx/>
              <a:buSzPct val="100000"/>
              <a:buFont typeface="+mj-lt"/>
              <a:buAutoNum type="arabicPeriod"/>
              <a:defRPr sz="3000"/>
            </a:lvl2pPr>
            <a:lvl3pPr>
              <a:defRPr sz="1800"/>
            </a:lvl3pPr>
            <a:lvl4pPr>
              <a:defRPr sz="1800"/>
            </a:lvl4pPr>
            <a:lvl5pPr>
              <a:defRPr sz="1800"/>
            </a:lvl5pPr>
          </a:lstStyle>
          <a:p>
            <a:pPr lvl="0"/>
            <a:r>
              <a:rPr lang="fr-FR" noProof="0" dirty="0"/>
              <a:t>Cliquez pour modifiez le texte</a:t>
            </a:r>
          </a:p>
          <a:p>
            <a:pPr lvl="1"/>
            <a:r>
              <a:rPr lang="fr-FR" noProof="0" dirty="0"/>
              <a:t>Deuxième niveau</a:t>
            </a:r>
          </a:p>
        </p:txBody>
      </p:sp>
    </p:spTree>
    <p:extLst>
      <p:ext uri="{BB962C8B-B14F-4D97-AF65-F5344CB8AC3E}">
        <p14:creationId xmlns:p14="http://schemas.microsoft.com/office/powerpoint/2010/main" val="212774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FD4D3E-B8A0-E913-CB17-3B741EDE09FD}"/>
              </a:ext>
            </a:extLst>
          </p:cNvPr>
          <p:cNvSpPr>
            <a:spLocks noGrp="1"/>
          </p:cNvSpPr>
          <p:nvPr>
            <p:ph type="title"/>
          </p:nvPr>
        </p:nvSpPr>
        <p:spPr>
          <a:xfrm>
            <a:off x="313768" y="276382"/>
            <a:ext cx="5338352" cy="4283074"/>
          </a:xfrm>
        </p:spPr>
        <p:txBody>
          <a:bodyPr/>
          <a:lstStyle>
            <a:lvl1pPr>
              <a:defRPr sz="5500">
                <a:solidFill>
                  <a:schemeClr val="bg2"/>
                </a:solidFill>
              </a:defRPr>
            </a:lvl1pPr>
          </a:lstStyle>
          <a:p>
            <a:r>
              <a:rPr lang="fr-FR"/>
              <a:t>Modifiez le style du titre</a:t>
            </a:r>
            <a:endParaRPr lang="en-GB"/>
          </a:p>
        </p:txBody>
      </p:sp>
      <p:sp>
        <p:nvSpPr>
          <p:cNvPr id="7" name="Espace réservé pour une image  6">
            <a:extLst>
              <a:ext uri="{FF2B5EF4-FFF2-40B4-BE49-F238E27FC236}">
                <a16:creationId xmlns:a16="http://schemas.microsoft.com/office/drawing/2014/main" id="{34CD54C1-27F0-7A6E-53CF-9E7AD966D087}"/>
              </a:ext>
            </a:extLst>
          </p:cNvPr>
          <p:cNvSpPr>
            <a:spLocks noGrp="1"/>
          </p:cNvSpPr>
          <p:nvPr>
            <p:ph type="pic" sz="quarter" idx="10"/>
          </p:nvPr>
        </p:nvSpPr>
        <p:spPr>
          <a:xfrm>
            <a:off x="5795963" y="276225"/>
            <a:ext cx="3024187" cy="4283074"/>
          </a:xfrm>
        </p:spPr>
        <p:txBody>
          <a:bodyPr/>
          <a:lstStyle/>
          <a:p>
            <a:endParaRPr lang="en-GB"/>
          </a:p>
        </p:txBody>
      </p:sp>
    </p:spTree>
    <p:extLst>
      <p:ext uri="{BB962C8B-B14F-4D97-AF65-F5344CB8AC3E}">
        <p14:creationId xmlns:p14="http://schemas.microsoft.com/office/powerpoint/2010/main" val="62480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and-picture-right">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13199" y="268288"/>
            <a:ext cx="3968055" cy="741362"/>
          </a:xfrm>
        </p:spPr>
        <p:txBody>
          <a:bodyPr/>
          <a:lstStyle>
            <a:lvl1pPr>
              <a:defRPr baseline="0"/>
            </a:lvl1pPr>
          </a:lstStyle>
          <a:p>
            <a:r>
              <a:rPr lang="fr-FR" noProof="0" dirty="0"/>
              <a:t>Cliquez pour modifiez le titre</a:t>
            </a:r>
          </a:p>
        </p:txBody>
      </p:sp>
      <p:sp>
        <p:nvSpPr>
          <p:cNvPr id="3" name="Content Placeholder 2"/>
          <p:cNvSpPr>
            <a:spLocks noGrp="1"/>
          </p:cNvSpPr>
          <p:nvPr>
            <p:ph sz="half" idx="1" hasCustomPrompt="1"/>
          </p:nvPr>
        </p:nvSpPr>
        <p:spPr>
          <a:xfrm>
            <a:off x="313200" y="1181100"/>
            <a:ext cx="3968055"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fr-FR" noProof="0" dirty="0"/>
              <a:t>Modifiez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8" name="Espace réservé pour une image  7">
            <a:extLst>
              <a:ext uri="{FF2B5EF4-FFF2-40B4-BE49-F238E27FC236}">
                <a16:creationId xmlns:a16="http://schemas.microsoft.com/office/drawing/2014/main" id="{BB359DFB-F8A4-357F-FDCB-AC061C613A2C}"/>
              </a:ext>
              <a:ext uri="{C183D7F6-B498-43B3-948B-1728B52AA6E4}">
                <adec:decorative xmlns:adec="http://schemas.microsoft.com/office/drawing/2017/decorative" val="1"/>
              </a:ext>
            </a:extLst>
          </p:cNvPr>
          <p:cNvSpPr>
            <a:spLocks noGrp="1"/>
          </p:cNvSpPr>
          <p:nvPr>
            <p:ph type="pic" sz="quarter" idx="10"/>
          </p:nvPr>
        </p:nvSpPr>
        <p:spPr>
          <a:xfrm>
            <a:off x="4571436" y="0"/>
            <a:ext cx="4572000" cy="5143500"/>
          </a:xfrm>
        </p:spPr>
        <p:txBody>
          <a:bodyPr/>
          <a:lstStyle/>
          <a:p>
            <a:endParaRPr lang="en-GB"/>
          </a:p>
        </p:txBody>
      </p:sp>
    </p:spTree>
    <p:extLst>
      <p:ext uri="{BB962C8B-B14F-4D97-AF65-F5344CB8AC3E}">
        <p14:creationId xmlns:p14="http://schemas.microsoft.com/office/powerpoint/2010/main" val="2347899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and-picture-left">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514227" y="267494"/>
            <a:ext cx="5313859" cy="741362"/>
          </a:xfrm>
        </p:spPr>
        <p:txBody>
          <a:bodyPr/>
          <a:lstStyle>
            <a:lvl1pPr>
              <a:defRPr baseline="0"/>
            </a:lvl1pPr>
          </a:lstStyle>
          <a:p>
            <a:r>
              <a:rPr lang="fr-FR" noProof="0" dirty="0"/>
              <a:t>Cliquez pour modifiez le titre</a:t>
            </a:r>
          </a:p>
        </p:txBody>
      </p:sp>
      <p:sp>
        <p:nvSpPr>
          <p:cNvPr id="3" name="Content Placeholder 2"/>
          <p:cNvSpPr>
            <a:spLocks noGrp="1"/>
          </p:cNvSpPr>
          <p:nvPr>
            <p:ph sz="half" idx="1" hasCustomPrompt="1"/>
          </p:nvPr>
        </p:nvSpPr>
        <p:spPr>
          <a:xfrm>
            <a:off x="3514228" y="1203598"/>
            <a:ext cx="5313858"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fr-FR" noProof="0" dirty="0"/>
              <a:t>Modifiez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8" name="Espace réservé pour une image  7">
            <a:extLst>
              <a:ext uri="{FF2B5EF4-FFF2-40B4-BE49-F238E27FC236}">
                <a16:creationId xmlns:a16="http://schemas.microsoft.com/office/drawing/2014/main" id="{BB359DFB-F8A4-357F-FDCB-AC061C613A2C}"/>
              </a:ext>
              <a:ext uri="{C183D7F6-B498-43B3-948B-1728B52AA6E4}">
                <adec:decorative xmlns:adec="http://schemas.microsoft.com/office/drawing/2017/decorative" val="1"/>
              </a:ext>
            </a:extLst>
          </p:cNvPr>
          <p:cNvSpPr>
            <a:spLocks noGrp="1"/>
          </p:cNvSpPr>
          <p:nvPr>
            <p:ph type="pic" sz="quarter" idx="10"/>
          </p:nvPr>
        </p:nvSpPr>
        <p:spPr>
          <a:xfrm>
            <a:off x="0" y="0"/>
            <a:ext cx="3131840" cy="5143500"/>
          </a:xfrm>
        </p:spPr>
        <p:txBody>
          <a:bodyPr/>
          <a:lstStyle/>
          <a:p>
            <a:endParaRPr lang="en-GB"/>
          </a:p>
        </p:txBody>
      </p:sp>
    </p:spTree>
    <p:extLst>
      <p:ext uri="{BB962C8B-B14F-4D97-AF65-F5344CB8AC3E}">
        <p14:creationId xmlns:p14="http://schemas.microsoft.com/office/powerpoint/2010/main" val="242801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and-graph">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13199" y="268288"/>
            <a:ext cx="8507273" cy="741362"/>
          </a:xfrm>
        </p:spPr>
        <p:txBody>
          <a:bodyPr/>
          <a:lstStyle>
            <a:lvl1pPr>
              <a:defRPr baseline="0"/>
            </a:lvl1pPr>
          </a:lstStyle>
          <a:p>
            <a:r>
              <a:rPr lang="fr-FR" noProof="0" dirty="0"/>
              <a:t>Cliquez pour modifiez le titre</a:t>
            </a:r>
          </a:p>
        </p:txBody>
      </p:sp>
      <p:sp>
        <p:nvSpPr>
          <p:cNvPr id="3" name="Content Placeholder 2"/>
          <p:cNvSpPr>
            <a:spLocks noGrp="1"/>
          </p:cNvSpPr>
          <p:nvPr>
            <p:ph sz="half" idx="1" hasCustomPrompt="1"/>
          </p:nvPr>
        </p:nvSpPr>
        <p:spPr>
          <a:xfrm>
            <a:off x="313200" y="1181100"/>
            <a:ext cx="3968055"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fr-FR" noProof="0" dirty="0"/>
              <a:t>Modifiez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Espace réservé du graphique 3" descr="Illustrative graph">
            <a:extLst>
              <a:ext uri="{FF2B5EF4-FFF2-40B4-BE49-F238E27FC236}">
                <a16:creationId xmlns:a16="http://schemas.microsoft.com/office/drawing/2014/main" id="{224BDC51-D6E7-FA4D-BA69-12400CD5E11A}"/>
              </a:ext>
            </a:extLst>
          </p:cNvPr>
          <p:cNvSpPr>
            <a:spLocks noGrp="1"/>
          </p:cNvSpPr>
          <p:nvPr>
            <p:ph type="chart" sz="quarter" idx="11"/>
          </p:nvPr>
        </p:nvSpPr>
        <p:spPr>
          <a:xfrm>
            <a:off x="4564062" y="1181100"/>
            <a:ext cx="4256410" cy="3370262"/>
          </a:xfrm>
        </p:spPr>
        <p:txBody>
          <a:bodyPr/>
          <a:lstStyle/>
          <a:p>
            <a:endParaRPr lang="en-GB"/>
          </a:p>
        </p:txBody>
      </p:sp>
    </p:spTree>
    <p:extLst>
      <p:ext uri="{BB962C8B-B14F-4D97-AF65-F5344CB8AC3E}">
        <p14:creationId xmlns:p14="http://schemas.microsoft.com/office/powerpoint/2010/main" val="2718773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313199" y="268288"/>
            <a:ext cx="8516475" cy="741362"/>
          </a:xfrm>
        </p:spPr>
        <p:txBody>
          <a:bodyPr/>
          <a:lstStyle>
            <a:lvl1pPr>
              <a:defRPr baseline="0"/>
            </a:lvl1pPr>
          </a:lstStyle>
          <a:p>
            <a:r>
              <a:rPr lang="fr-FR" noProof="0" dirty="0"/>
              <a:t>Cliquez pour modifiez le titre</a:t>
            </a:r>
          </a:p>
        </p:txBody>
      </p:sp>
      <p:sp>
        <p:nvSpPr>
          <p:cNvPr id="3" name="Content Placeholder 2"/>
          <p:cNvSpPr>
            <a:spLocks noGrp="1"/>
          </p:cNvSpPr>
          <p:nvPr>
            <p:ph sz="half" idx="1" hasCustomPrompt="1"/>
          </p:nvPr>
        </p:nvSpPr>
        <p:spPr>
          <a:xfrm>
            <a:off x="313200" y="1181100"/>
            <a:ext cx="3968055" cy="3370262"/>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fr-FR" noProof="0" dirty="0"/>
              <a:t>Modifiez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Content Placeholder 3"/>
          <p:cNvSpPr>
            <a:spLocks noGrp="1"/>
          </p:cNvSpPr>
          <p:nvPr>
            <p:ph sz="half" idx="2" hasCustomPrompt="1"/>
          </p:nvPr>
        </p:nvSpPr>
        <p:spPr>
          <a:xfrm>
            <a:off x="4864795" y="1181100"/>
            <a:ext cx="3964880" cy="3370262"/>
          </a:xfrm>
        </p:spPr>
        <p:txBody>
          <a:bodyPr>
            <a:normAutofit/>
          </a:bodyPr>
          <a:lstStyle>
            <a:lvl1pPr>
              <a:defRPr sz="1400"/>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lvl6pPr>
            <a:lvl7pPr>
              <a:defRPr sz="1800"/>
            </a:lvl7pPr>
            <a:lvl8pPr>
              <a:defRPr sz="1800"/>
            </a:lvl8pPr>
            <a:lvl9pPr>
              <a:defRPr sz="1800"/>
            </a:lvl9pPr>
          </a:lstStyle>
          <a:p>
            <a:pPr lvl="0"/>
            <a:r>
              <a:rPr lang="fr-FR" noProof="0" dirty="0"/>
              <a:t>Modifiez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Tree>
    <p:extLst>
      <p:ext uri="{BB962C8B-B14F-4D97-AF65-F5344CB8AC3E}">
        <p14:creationId xmlns:p14="http://schemas.microsoft.com/office/powerpoint/2010/main" val="366865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dirty="0"/>
              <a:t>Cliquez pour modifiez le titre</a:t>
            </a:r>
          </a:p>
        </p:txBody>
      </p:sp>
    </p:spTree>
    <p:extLst>
      <p:ext uri="{BB962C8B-B14F-4D97-AF65-F5344CB8AC3E}">
        <p14:creationId xmlns:p14="http://schemas.microsoft.com/office/powerpoint/2010/main" val="419928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ull-screen-imag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rgbClr val="000000"/>
                </a:solidFill>
              </a:defRPr>
            </a:lvl1pPr>
          </a:lstStyle>
          <a:p>
            <a:r>
              <a:rPr lang="fr-FR" noProof="0" dirty="0"/>
              <a:t>Cliquez pour modifiez le titre</a:t>
            </a:r>
          </a:p>
        </p:txBody>
      </p:sp>
      <p:sp>
        <p:nvSpPr>
          <p:cNvPr id="4" name="Picture Placeholder 3"/>
          <p:cNvSpPr>
            <a:spLocks noGrp="1"/>
          </p:cNvSpPr>
          <p:nvPr>
            <p:ph type="pic" sz="quarter" idx="12" hasCustomPrompt="1"/>
          </p:nvPr>
        </p:nvSpPr>
        <p:spPr>
          <a:xfrm>
            <a:off x="0" y="0"/>
            <a:ext cx="9144000" cy="5143500"/>
          </a:xfrm>
        </p:spPr>
        <p:txBody>
          <a:bodyPr/>
          <a:lstStyle>
            <a:lvl1pPr>
              <a:defRPr/>
            </a:lvl1pPr>
          </a:lstStyle>
          <a:p>
            <a:r>
              <a:rPr lang="fr-FR" noProof="0" dirty="0"/>
              <a:t>Cliquez sur l’icone pour ajouter une photo</a:t>
            </a:r>
          </a:p>
        </p:txBody>
      </p:sp>
    </p:spTree>
    <p:extLst>
      <p:ext uri="{BB962C8B-B14F-4D97-AF65-F5344CB8AC3E}">
        <p14:creationId xmlns:p14="http://schemas.microsoft.com/office/powerpoint/2010/main" val="18188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0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200" y="268288"/>
            <a:ext cx="8516475" cy="741362"/>
          </a:xfrm>
          <a:prstGeom prst="rect">
            <a:avLst/>
          </a:prstGeom>
        </p:spPr>
        <p:txBody>
          <a:bodyPr vert="horz" lIns="0" tIns="0" rIns="0" bIns="0" rtlCol="0" anchor="t" anchorCtr="0">
            <a:noAutofit/>
          </a:bodyPr>
          <a:lstStyle/>
          <a:p>
            <a:r>
              <a:rPr lang="en-US" noProof="0" dirty="0" err="1"/>
              <a:t>Cliquez</a:t>
            </a:r>
            <a:r>
              <a:rPr lang="en-US" noProof="0" dirty="0"/>
              <a:t> </a:t>
            </a:r>
            <a:r>
              <a:rPr lang="en-US" noProof="0" dirty="0" err="1"/>
              <a:t>ici</a:t>
            </a:r>
            <a:r>
              <a:rPr lang="en-US" noProof="0" dirty="0"/>
              <a:t> pour </a:t>
            </a:r>
            <a:r>
              <a:rPr lang="en-US" noProof="0" dirty="0" err="1"/>
              <a:t>saisir</a:t>
            </a:r>
            <a:r>
              <a:rPr lang="en-US" noProof="0" dirty="0"/>
              <a:t> le </a:t>
            </a:r>
            <a:r>
              <a:rPr lang="en-US" noProof="0" dirty="0" err="1"/>
              <a:t>texte</a:t>
            </a:r>
            <a:endParaRPr lang="en-US" noProof="0" dirty="0"/>
          </a:p>
        </p:txBody>
      </p:sp>
      <p:sp>
        <p:nvSpPr>
          <p:cNvPr id="3" name="Text Placeholder 2"/>
          <p:cNvSpPr>
            <a:spLocks noGrp="1"/>
          </p:cNvSpPr>
          <p:nvPr>
            <p:ph type="body" idx="1"/>
          </p:nvPr>
        </p:nvSpPr>
        <p:spPr>
          <a:xfrm>
            <a:off x="313200" y="1181100"/>
            <a:ext cx="8516475" cy="3370263"/>
          </a:xfrm>
          <a:prstGeom prst="rect">
            <a:avLst/>
          </a:prstGeom>
        </p:spPr>
        <p:txBody>
          <a:bodyPr vert="horz" lIns="0" tIns="0" rIns="0" bIns="0" rtlCol="0">
            <a:noAutofit/>
          </a:bodyPr>
          <a:lstStyle/>
          <a:p>
            <a:pPr lvl="0"/>
            <a:r>
              <a:rPr lang="fr-FR" noProof="0"/>
              <a:t>Modifier le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9" name="Text Placeholder 10"/>
          <p:cNvSpPr txBox="1">
            <a:spLocks/>
          </p:cNvSpPr>
          <p:nvPr/>
        </p:nvSpPr>
        <p:spPr>
          <a:xfrm>
            <a:off x="314325" y="4535485"/>
            <a:ext cx="275010" cy="334961"/>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US" sz="800"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US" sz="800"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507071699"/>
      </p:ext>
    </p:extLst>
  </p:cSld>
  <p:clrMap bg1="lt1" tx1="dk1" bg2="lt2" tx2="dk2" accent1="accent1" accent2="accent2" accent3="accent3" accent4="accent4" accent5="accent5" accent6="accent6" hlink="hlink" folHlink="folHlink"/>
  <p:sldLayoutIdLst>
    <p:sldLayoutId id="2147483660" r:id="rId1"/>
    <p:sldLayoutId id="2147483659" r:id="rId2"/>
    <p:sldLayoutId id="2147483665" r:id="rId3"/>
    <p:sldLayoutId id="2147483664" r:id="rId4"/>
    <p:sldLayoutId id="2147483667" r:id="rId5"/>
    <p:sldLayoutId id="2147483670" r:id="rId6"/>
    <p:sldLayoutId id="2147483668" r:id="rId7"/>
    <p:sldLayoutId id="2147483661" r:id="rId8"/>
    <p:sldLayoutId id="2147483662" r:id="rId9"/>
    <p:sldLayoutId id="2147483663" r:id="rId10"/>
    <p:sldLayoutId id="2147483666"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p:titleStyle>
    <p:body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Helvetica 75 Bold" panose="020B0804020202020204" pitchFamily="34" charset="0"/>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Helvetica 75 Bold" panose="020B0804020202020204" pitchFamily="34" charset="0"/>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Helvetica 75 Bold" panose="020B0804020202020204" pitchFamily="34" charset="0"/>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kern="1200" spc="-20" baseline="0">
          <a:solidFill>
            <a:schemeClr val="tx1"/>
          </a:solidFill>
          <a:latin typeface="Helvetica 55 Roman" panose="000B0500000000000000" pitchFamily="34" charset="0"/>
          <a:ea typeface="+mn-ea"/>
          <a:cs typeface="+mn-cs"/>
        </a:defRPr>
      </a:lvl5pPr>
      <a:lvl6pPr marL="800100" indent="-190500" algn="l" defTabSz="914400" rtl="0" eaLnBrk="1" latinLnBrk="0" hangingPunct="1">
        <a:spcBef>
          <a:spcPct val="20000"/>
        </a:spcBef>
        <a:buFont typeface="Arial" panose="020B0604020202020204" pitchFamily="34" charset="0"/>
        <a:buChar char="–"/>
        <a:defRPr sz="1400" kern="1200" baseline="0">
          <a:solidFill>
            <a:schemeClr val="tx1"/>
          </a:solidFill>
          <a:latin typeface="Helvetica 55 Roman" panose="020B0604020202020204" pitchFamily="34" charset="0"/>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9.xml"/><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9.xml"/><Relationship Id="rId4" Type="http://schemas.openxmlformats.org/officeDocument/2006/relationships/image" Target="../media/image8.wmf"/></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9.xml"/><Relationship Id="rId4" Type="http://schemas.openxmlformats.org/officeDocument/2006/relationships/image" Target="../media/image15.wmf"/></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slideLayout" Target="../slideLayouts/slideLayout9.xml"/><Relationship Id="rId4" Type="http://schemas.openxmlformats.org/officeDocument/2006/relationships/image" Target="../media/image20.wmf"/></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4324" y="325501"/>
            <a:ext cx="5194569" cy="2854155"/>
          </a:xfrm>
        </p:spPr>
        <p:txBody>
          <a:bodyPr/>
          <a:lstStyle/>
          <a:p>
            <a:pPr>
              <a:spcAft>
                <a:spcPts val="1000"/>
              </a:spcAft>
              <a:defRPr/>
            </a:pPr>
            <a:r>
              <a:rPr lang="fr-FR" dirty="0"/>
              <a:t>Projet 12 – ​</a:t>
            </a:r>
            <a:br>
              <a:rPr lang="fr-FR" dirty="0"/>
            </a:br>
            <a:r>
              <a:rPr lang="fr-FR" dirty="0">
                <a:solidFill>
                  <a:schemeClr val="accent2">
                    <a:lumMod val="50000"/>
                  </a:schemeClr>
                </a:solidFill>
              </a:rPr>
              <a:t>Détectez des faux billets avec R ou </a:t>
            </a:r>
            <a:br>
              <a:rPr lang="fr-FR" u="sng" dirty="0"/>
            </a:br>
            <a:br>
              <a:rPr lang="fr-FR" u="sng" dirty="0"/>
            </a:br>
            <a:br>
              <a:rPr lang="fr-FR" u="sng" dirty="0"/>
            </a:br>
            <a:r>
              <a:rPr lang="fr-FR" sz="2400" u="sng" dirty="0">
                <a:solidFill>
                  <a:srgbClr val="000000"/>
                </a:solidFill>
              </a:rPr>
              <a:t>LAURENT Maxent</a:t>
            </a:r>
            <a:r>
              <a:rPr lang="fr-FR" sz="2400" dirty="0">
                <a:solidFill>
                  <a:srgbClr val="000000"/>
                </a:solidFill>
              </a:rPr>
              <a:t> – 22/05/2026</a:t>
            </a:r>
          </a:p>
        </p:txBody>
      </p:sp>
      <p:sp>
        <p:nvSpPr>
          <p:cNvPr id="5" name="Rectangle 4">
            <a:extLst>
              <a:ext uri="{FF2B5EF4-FFF2-40B4-BE49-F238E27FC236}">
                <a16:creationId xmlns:a16="http://schemas.microsoft.com/office/drawing/2014/main" id="{57373DE8-080C-F0F2-06DE-7EF7CE79137C}"/>
              </a:ext>
            </a:extLst>
          </p:cNvPr>
          <p:cNvSpPr/>
          <p:nvPr/>
        </p:nvSpPr>
        <p:spPr>
          <a:xfrm>
            <a:off x="6732240" y="4083918"/>
            <a:ext cx="2304256" cy="864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600" dirty="0">
              <a:solidFill>
                <a:srgbClr val="000000"/>
              </a:solidFill>
            </a:endParaRPr>
          </a:p>
        </p:txBody>
      </p:sp>
      <p:sp>
        <p:nvSpPr>
          <p:cNvPr id="8" name="Rectangle 7">
            <a:extLst>
              <a:ext uri="{FF2B5EF4-FFF2-40B4-BE49-F238E27FC236}">
                <a16:creationId xmlns:a16="http://schemas.microsoft.com/office/drawing/2014/main" id="{8159CDAB-2833-6DD6-FF59-C86A8A334DD7}"/>
              </a:ext>
            </a:extLst>
          </p:cNvPr>
          <p:cNvSpPr/>
          <p:nvPr/>
        </p:nvSpPr>
        <p:spPr>
          <a:xfrm>
            <a:off x="105391" y="4083918"/>
            <a:ext cx="2304256" cy="864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6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Moderniser la détection des fraudes</a:t>
            </a:r>
          </a:p>
          <a:p>
            <a:r>
              <a:rPr lang="fr-FR" dirty="0">
                <a:solidFill>
                  <a:srgbClr val="000000"/>
                </a:solidFill>
              </a:rPr>
              <a:t>Le Contexte et la Mission</a:t>
            </a:r>
          </a:p>
        </p:txBody>
      </p:sp>
      <p:sp>
        <p:nvSpPr>
          <p:cNvPr id="3" name="Rectangle 2"/>
          <p:cNvSpPr/>
          <p:nvPr/>
        </p:nvSpPr>
        <p:spPr>
          <a:xfrm>
            <a:off x="358920" y="996315"/>
            <a:ext cx="2625840" cy="731520"/>
          </a:xfrm>
          <a:prstGeom prst="rect">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mp9npcx8z2.emf"/>
          <p:cNvPicPr>
            <a:picLocks noChangeAspect="1"/>
          </p:cNvPicPr>
          <p:nvPr/>
        </p:nvPicPr>
        <p:blipFill>
          <a:blip r:embed="rId2"/>
          <a:stretch>
            <a:fillRect/>
          </a:stretch>
        </p:blipFill>
        <p:spPr>
          <a:xfrm>
            <a:off x="1397520" y="1087755"/>
            <a:ext cx="548640" cy="548640"/>
          </a:xfrm>
          <a:prstGeom prst="rect">
            <a:avLst/>
          </a:prstGeom>
        </p:spPr>
      </p:pic>
      <p:sp>
        <p:nvSpPr>
          <p:cNvPr id="5" name="Rectangle 4"/>
          <p:cNvSpPr/>
          <p:nvPr/>
        </p:nvSpPr>
        <p:spPr>
          <a:xfrm>
            <a:off x="35892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5892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Le Client</a:t>
            </a:r>
          </a:p>
          <a:p>
            <a:pPr algn="l">
              <a:defRPr sz="1200"/>
            </a:pPr>
            <a:r>
              <a:rPr lang="fr-FR">
                <a:solidFill>
                  <a:srgbClr val="000000"/>
                </a:solidFill>
                <a:latin typeface="Helvetica Neue"/>
              </a:rPr>
              <a:t>L'Organisation Nationale de Lutte Contre le Faux Monnayage (ONCFM) est chargée de protéger l'intégrité monétaire. Elle fait face à des enjeux croissants liés à la sophistication des techniques de contrefaçon, nécessitant une modernisation des outils de détection pour garantir la sécurité financière nationale.</a:t>
            </a:r>
          </a:p>
        </p:txBody>
      </p:sp>
      <p:sp>
        <p:nvSpPr>
          <p:cNvPr id="7" name="Rectangle 6"/>
          <p:cNvSpPr/>
          <p:nvPr/>
        </p:nvSpPr>
        <p:spPr>
          <a:xfrm>
            <a:off x="3259080" y="996315"/>
            <a:ext cx="2625840" cy="731520"/>
          </a:xfrm>
          <a:prstGeom prst="rect">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mppzugxh6l.emf"/>
          <p:cNvPicPr>
            <a:picLocks noChangeAspect="1"/>
          </p:cNvPicPr>
          <p:nvPr/>
        </p:nvPicPr>
        <p:blipFill>
          <a:blip r:embed="rId3"/>
          <a:stretch>
            <a:fillRect/>
          </a:stretch>
        </p:blipFill>
        <p:spPr>
          <a:xfrm>
            <a:off x="4297680" y="1087755"/>
            <a:ext cx="548640" cy="548640"/>
          </a:xfrm>
          <a:prstGeom prst="rect">
            <a:avLst/>
          </a:prstGeom>
        </p:spPr>
      </p:pic>
      <p:sp>
        <p:nvSpPr>
          <p:cNvPr id="9" name="Rectangle 8"/>
          <p:cNvSpPr/>
          <p:nvPr/>
        </p:nvSpPr>
        <p:spPr>
          <a:xfrm>
            <a:off x="325908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5908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Le Problème</a:t>
            </a:r>
          </a:p>
          <a:p>
            <a:pPr algn="l">
              <a:defRPr sz="1200"/>
            </a:pPr>
            <a:r>
              <a:rPr lang="fr-FR">
                <a:solidFill>
                  <a:srgbClr val="000000"/>
                </a:solidFill>
                <a:latin typeface="Helvetica Neue"/>
              </a:rPr>
              <a:t>Les vérifications manuelles des billets sont lentes, coûteuses et sujettes à l'erreur humaine. Cette méthode traditionnelle limite la capacité de traitement, augmente les risques d'erreur et ne permet pas de répondre efficacement à l'évolution rapide des techniques de falsification.</a:t>
            </a:r>
          </a:p>
        </p:txBody>
      </p:sp>
      <p:sp>
        <p:nvSpPr>
          <p:cNvPr id="11" name="Rectangle 10"/>
          <p:cNvSpPr/>
          <p:nvPr/>
        </p:nvSpPr>
        <p:spPr>
          <a:xfrm>
            <a:off x="6159240" y="996315"/>
            <a:ext cx="2625840" cy="731520"/>
          </a:xfrm>
          <a:prstGeom prst="rect">
            <a:avLst/>
          </a:prstGeom>
          <a:solidFill>
            <a:schemeClr val="accent2"/>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mpyfc98zo7.emf"/>
          <p:cNvPicPr>
            <a:picLocks noChangeAspect="1"/>
          </p:cNvPicPr>
          <p:nvPr/>
        </p:nvPicPr>
        <p:blipFill>
          <a:blip r:embed="rId4"/>
          <a:stretch>
            <a:fillRect/>
          </a:stretch>
        </p:blipFill>
        <p:spPr>
          <a:xfrm>
            <a:off x="7197840" y="1087755"/>
            <a:ext cx="548640" cy="548640"/>
          </a:xfrm>
          <a:prstGeom prst="rect">
            <a:avLst/>
          </a:prstGeom>
        </p:spPr>
      </p:pic>
      <p:sp>
        <p:nvSpPr>
          <p:cNvPr id="13" name="Rectangle 12"/>
          <p:cNvSpPr/>
          <p:nvPr/>
        </p:nvSpPr>
        <p:spPr>
          <a:xfrm>
            <a:off x="615924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5924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La Solution</a:t>
            </a:r>
          </a:p>
          <a:p>
            <a:pPr algn="l">
              <a:defRPr sz="1200"/>
            </a:pPr>
            <a:r>
              <a:rPr lang="fr-FR">
                <a:solidFill>
                  <a:srgbClr val="000000"/>
                </a:solidFill>
                <a:latin typeface="Helvetica Neue"/>
              </a:rPr>
              <a:t>Développer un algorithme de Machine Learning capable de différencier les vrais des faux billets à partir de 6 dimensions géométriques clés. Cette approche vise à automatiser, accélérer et fiabiliser la détection, tout en réduisant les coûts et les erreurs humaines.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Préparation et nettoyage de la base de données</a:t>
            </a:r>
          </a:p>
          <a:p>
            <a:r>
              <a:rPr lang="fr-FR" dirty="0">
                <a:solidFill>
                  <a:srgbClr val="000000"/>
                </a:solidFill>
              </a:rPr>
              <a:t>Le défi des données</a:t>
            </a:r>
          </a:p>
        </p:txBody>
      </p:sp>
      <p:sp>
        <p:nvSpPr>
          <p:cNvPr id="3" name="Rectangle 2"/>
          <p:cNvSpPr/>
          <p:nvPr/>
        </p:nvSpPr>
        <p:spPr>
          <a:xfrm>
            <a:off x="35892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mph6qrqqqb.emf"/>
          <p:cNvPicPr>
            <a:picLocks noChangeAspect="1"/>
          </p:cNvPicPr>
          <p:nvPr/>
        </p:nvPicPr>
        <p:blipFill>
          <a:blip r:embed="rId2"/>
          <a:stretch>
            <a:fillRect/>
          </a:stretch>
        </p:blipFill>
        <p:spPr>
          <a:xfrm>
            <a:off x="1397520" y="1087755"/>
            <a:ext cx="548640" cy="548640"/>
          </a:xfrm>
          <a:prstGeom prst="rect">
            <a:avLst/>
          </a:prstGeom>
        </p:spPr>
      </p:pic>
      <p:sp>
        <p:nvSpPr>
          <p:cNvPr id="5" name="Rectangle 4"/>
          <p:cNvSpPr/>
          <p:nvPr/>
        </p:nvSpPr>
        <p:spPr>
          <a:xfrm>
            <a:off x="35892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5892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Jeu de données initial</a:t>
            </a:r>
          </a:p>
          <a:p>
            <a:pPr algn="l">
              <a:defRPr sz="1200"/>
            </a:pPr>
            <a:r>
              <a:rPr lang="fr-FR">
                <a:solidFill>
                  <a:srgbClr val="000000"/>
                </a:solidFill>
                <a:latin typeface="Helvetica Neue"/>
              </a:rPr>
              <a:t>La base de départ comprend 1500 billets historiques fournis par l'ONCFM. Ces données couvrent une large période et intègrent des cas variés de vrais et faux billets, offrant une diversité essentielle pour entraîner un modèle robuste et généralisable.</a:t>
            </a:r>
          </a:p>
        </p:txBody>
      </p:sp>
      <p:sp>
        <p:nvSpPr>
          <p:cNvPr id="7" name="Rectangle 6"/>
          <p:cNvSpPr/>
          <p:nvPr/>
        </p:nvSpPr>
        <p:spPr>
          <a:xfrm>
            <a:off x="325908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mp2ssvvm4m.emf"/>
          <p:cNvPicPr>
            <a:picLocks noChangeAspect="1"/>
          </p:cNvPicPr>
          <p:nvPr/>
        </p:nvPicPr>
        <p:blipFill>
          <a:blip r:embed="rId3"/>
          <a:stretch>
            <a:fillRect/>
          </a:stretch>
        </p:blipFill>
        <p:spPr>
          <a:xfrm>
            <a:off x="4297680" y="1087755"/>
            <a:ext cx="548640" cy="548640"/>
          </a:xfrm>
          <a:prstGeom prst="rect">
            <a:avLst/>
          </a:prstGeom>
        </p:spPr>
      </p:pic>
      <p:sp>
        <p:nvSpPr>
          <p:cNvPr id="9" name="Rectangle 8"/>
          <p:cNvSpPr/>
          <p:nvPr/>
        </p:nvSpPr>
        <p:spPr>
          <a:xfrm>
            <a:off x="325908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5908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L'anomalie</a:t>
            </a:r>
          </a:p>
          <a:p>
            <a:pPr algn="l">
              <a:defRPr sz="1200"/>
            </a:pPr>
            <a:r>
              <a:rPr lang="fr-FR">
                <a:solidFill>
                  <a:srgbClr val="000000"/>
                </a:solidFill>
                <a:latin typeface="Helvetica Neue"/>
              </a:rPr>
              <a:t>37 valeurs étaient manquantes sur la dimension "Marge inférieure". Cette absence de données aurait pu fausser l'analyse ou réduire la taille de l'échantillon, impactant la qualité de l'apprentissage et la représentativité du modèle final.</a:t>
            </a:r>
          </a:p>
        </p:txBody>
      </p:sp>
      <p:sp>
        <p:nvSpPr>
          <p:cNvPr id="11" name="Rectangle 10"/>
          <p:cNvSpPr/>
          <p:nvPr/>
        </p:nvSpPr>
        <p:spPr>
          <a:xfrm>
            <a:off x="615924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mp1ojc6bny.emf"/>
          <p:cNvPicPr>
            <a:picLocks noChangeAspect="1"/>
          </p:cNvPicPr>
          <p:nvPr/>
        </p:nvPicPr>
        <p:blipFill>
          <a:blip r:embed="rId4"/>
          <a:stretch>
            <a:fillRect/>
          </a:stretch>
        </p:blipFill>
        <p:spPr>
          <a:xfrm>
            <a:off x="7197840" y="1087755"/>
            <a:ext cx="548640" cy="548640"/>
          </a:xfrm>
          <a:prstGeom prst="rect">
            <a:avLst/>
          </a:prstGeom>
        </p:spPr>
      </p:pic>
      <p:sp>
        <p:nvSpPr>
          <p:cNvPr id="13" name="Rectangle 12"/>
          <p:cNvSpPr/>
          <p:nvPr/>
        </p:nvSpPr>
        <p:spPr>
          <a:xfrm>
            <a:off x="615924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5924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La solution technique</a:t>
            </a:r>
          </a:p>
          <a:p>
            <a:pPr algn="l">
              <a:defRPr sz="1200"/>
            </a:pPr>
            <a:r>
              <a:rPr lang="fr-FR">
                <a:solidFill>
                  <a:srgbClr val="000000"/>
                </a:solidFill>
                <a:latin typeface="Helvetica Neue"/>
              </a:rPr>
              <a:t>Plutôt que de supprimer ces données précieuses, un algorithme de Régression Linéaire a été entraîné pour déduire mathématiquement les valeurs manquantes à partir des 5 autres dimensions, assurant ainsi l'intégrité et la complétude du jeu de données.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Analyse exploratoire : un humain peut-il voir la différence ?</a:t>
            </a:r>
          </a:p>
        </p:txBody>
      </p:sp>
      <p:sp>
        <p:nvSpPr>
          <p:cNvPr id="3" name="Content Placeholder 2"/>
          <p:cNvSpPr>
            <a:spLocks noGrp="1"/>
          </p:cNvSpPr>
          <p:nvPr>
            <p:ph sz="half" idx="1"/>
          </p:nvPr>
        </p:nvSpPr>
        <p:spPr>
          <a:xfrm>
            <a:off x="313200" y="1181100"/>
            <a:ext cx="8802638" cy="1102618"/>
          </a:xfrm>
        </p:spPr>
        <p:txBody>
          <a:bodyPr wrap="square"/>
          <a:lstStyle/>
          <a:p>
            <a:r>
              <a:rPr lang="fr-FR" dirty="0">
                <a:solidFill>
                  <a:srgbClr val="000000"/>
                </a:solidFill>
              </a:rPr>
              <a:t>L'analyse visuelle à l'aide de </a:t>
            </a:r>
            <a:r>
              <a:rPr lang="fr-FR" dirty="0" err="1">
                <a:solidFill>
                  <a:srgbClr val="000000"/>
                </a:solidFill>
              </a:rPr>
              <a:t>boxplots</a:t>
            </a:r>
            <a:r>
              <a:rPr lang="fr-FR" dirty="0">
                <a:solidFill>
                  <a:srgbClr val="000000"/>
                </a:solidFill>
              </a:rPr>
              <a:t> démontre que les faux billets présentent des caractéristiques géométriques distinctes : ils sont généralement plus courts et possèdent des marges supérieures et inférieures plus grandes que les vrais billets</a:t>
            </a:r>
          </a:p>
          <a:p>
            <a:r>
              <a:rPr lang="fr-FR" dirty="0">
                <a:solidFill>
                  <a:srgbClr val="000000"/>
                </a:solidFill>
              </a:rPr>
              <a:t>Ces différences sont visibles à l'œil nu et constituent une première piste exploitable pour la détection automatique.</a:t>
            </a:r>
          </a:p>
        </p:txBody>
      </p:sp>
      <p:pic>
        <p:nvPicPr>
          <p:cNvPr id="10" name="Image 9">
            <a:extLst>
              <a:ext uri="{FF2B5EF4-FFF2-40B4-BE49-F238E27FC236}">
                <a16:creationId xmlns:a16="http://schemas.microsoft.com/office/drawing/2014/main" id="{E788D05D-4FAB-0E47-94AA-9A0C0CE975D7}"/>
              </a:ext>
            </a:extLst>
          </p:cNvPr>
          <p:cNvPicPr>
            <a:picLocks noChangeAspect="1"/>
          </p:cNvPicPr>
          <p:nvPr/>
        </p:nvPicPr>
        <p:blipFill>
          <a:blip r:embed="rId2"/>
          <a:srcRect t="1486"/>
          <a:stretch>
            <a:fillRect/>
          </a:stretch>
        </p:blipFill>
        <p:spPr>
          <a:xfrm>
            <a:off x="2305573" y="2139702"/>
            <a:ext cx="4532854" cy="29146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La matrice de corrélation</a:t>
            </a:r>
          </a:p>
        </p:txBody>
      </p:sp>
      <p:sp>
        <p:nvSpPr>
          <p:cNvPr id="3" name="Content Placeholder 2"/>
          <p:cNvSpPr>
            <a:spLocks noGrp="1"/>
          </p:cNvSpPr>
          <p:nvPr>
            <p:ph sz="half" idx="1"/>
          </p:nvPr>
        </p:nvSpPr>
        <p:spPr>
          <a:xfrm>
            <a:off x="313200" y="1181100"/>
            <a:ext cx="8532002" cy="1318642"/>
          </a:xfrm>
        </p:spPr>
        <p:txBody>
          <a:bodyPr wrap="square"/>
          <a:lstStyle/>
          <a:p>
            <a:r>
              <a:rPr lang="fr-FR" dirty="0">
                <a:solidFill>
                  <a:srgbClr val="000000"/>
                </a:solidFill>
              </a:rPr>
              <a:t>La matrice de corrélation confirme mathématiquement les observations visuelles : il existe une forte corrélation entre les dimensions du billet et sa nature (vrai/faux)</a:t>
            </a:r>
          </a:p>
          <a:p>
            <a:r>
              <a:rPr lang="fr-FR" dirty="0">
                <a:solidFill>
                  <a:srgbClr val="000000"/>
                </a:solidFill>
              </a:rPr>
              <a:t>Cela valide l'intérêt d'utiliser la géométrie comme variable principale pour l'algorithme de détection.</a:t>
            </a:r>
          </a:p>
        </p:txBody>
      </p:sp>
      <p:pic>
        <p:nvPicPr>
          <p:cNvPr id="8" name="Image 7">
            <a:extLst>
              <a:ext uri="{FF2B5EF4-FFF2-40B4-BE49-F238E27FC236}">
                <a16:creationId xmlns:a16="http://schemas.microsoft.com/office/drawing/2014/main" id="{A00BC7E9-968E-A9F9-3433-D8071E8B9C6F}"/>
              </a:ext>
            </a:extLst>
          </p:cNvPr>
          <p:cNvPicPr>
            <a:picLocks noChangeAspect="1"/>
          </p:cNvPicPr>
          <p:nvPr/>
        </p:nvPicPr>
        <p:blipFill>
          <a:blip r:embed="rId2"/>
          <a:stretch>
            <a:fillRect/>
          </a:stretch>
        </p:blipFill>
        <p:spPr>
          <a:xfrm>
            <a:off x="68786" y="2533218"/>
            <a:ext cx="8424936" cy="20467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Comment entraîner la machine ?</a:t>
            </a:r>
          </a:p>
          <a:p>
            <a:r>
              <a:rPr lang="fr-FR" dirty="0">
                <a:solidFill>
                  <a:srgbClr val="000000"/>
                </a:solidFill>
              </a:rPr>
              <a:t>La Stratégie d'Apprentissage</a:t>
            </a:r>
          </a:p>
        </p:txBody>
      </p:sp>
      <p:sp>
        <p:nvSpPr>
          <p:cNvPr id="3" name="Rectangle 2"/>
          <p:cNvSpPr/>
          <p:nvPr/>
        </p:nvSpPr>
        <p:spPr>
          <a:xfrm>
            <a:off x="1234440" y="996315"/>
            <a:ext cx="320040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mpf3s0mlg8.emf"/>
          <p:cNvPicPr>
            <a:picLocks noChangeAspect="1"/>
          </p:cNvPicPr>
          <p:nvPr/>
        </p:nvPicPr>
        <p:blipFill>
          <a:blip r:embed="rId2"/>
          <a:stretch>
            <a:fillRect/>
          </a:stretch>
        </p:blipFill>
        <p:spPr>
          <a:xfrm>
            <a:off x="2560320" y="1087755"/>
            <a:ext cx="548640" cy="548640"/>
          </a:xfrm>
          <a:prstGeom prst="rect">
            <a:avLst/>
          </a:prstGeom>
        </p:spPr>
      </p:pic>
      <p:sp>
        <p:nvSpPr>
          <p:cNvPr id="5" name="Rectangle 4"/>
          <p:cNvSpPr/>
          <p:nvPr/>
        </p:nvSpPr>
        <p:spPr>
          <a:xfrm>
            <a:off x="1234440" y="1773555"/>
            <a:ext cx="320040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40" y="1773555"/>
            <a:ext cx="320040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Séparation des données (Train/Test)</a:t>
            </a:r>
          </a:p>
          <a:p>
            <a:pPr algn="l">
              <a:defRPr sz="1200"/>
            </a:pPr>
            <a:r>
              <a:rPr lang="fr-FR">
                <a:solidFill>
                  <a:srgbClr val="000000"/>
                </a:solidFill>
                <a:latin typeface="Helvetica Neue"/>
              </a:rPr>
              <a:t>L'algorithme apprend sur 80% des billets, puis est examiné sur les 20% restants qu'il n'a jamais vus, afin d'évaluer son niveau réel. Cette séparation garantit une évaluation objective et évite le surapprentissage, assurant la robustesse du modèle en conditions réelles.</a:t>
            </a:r>
          </a:p>
        </p:txBody>
      </p:sp>
      <p:sp>
        <p:nvSpPr>
          <p:cNvPr id="7" name="Rectangle 6"/>
          <p:cNvSpPr/>
          <p:nvPr/>
        </p:nvSpPr>
        <p:spPr>
          <a:xfrm>
            <a:off x="4709160" y="996315"/>
            <a:ext cx="320040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mpgxj281k8.emf"/>
          <p:cNvPicPr>
            <a:picLocks noChangeAspect="1"/>
          </p:cNvPicPr>
          <p:nvPr/>
        </p:nvPicPr>
        <p:blipFill>
          <a:blip r:embed="rId3"/>
          <a:stretch>
            <a:fillRect/>
          </a:stretch>
        </p:blipFill>
        <p:spPr>
          <a:xfrm>
            <a:off x="6035040" y="1087755"/>
            <a:ext cx="548640" cy="548640"/>
          </a:xfrm>
          <a:prstGeom prst="rect">
            <a:avLst/>
          </a:prstGeom>
        </p:spPr>
      </p:pic>
      <p:sp>
        <p:nvSpPr>
          <p:cNvPr id="9" name="Rectangle 8"/>
          <p:cNvSpPr/>
          <p:nvPr/>
        </p:nvSpPr>
        <p:spPr>
          <a:xfrm>
            <a:off x="4709160" y="1773555"/>
            <a:ext cx="320040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09160" y="1773555"/>
            <a:ext cx="320040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Standardisation (StandardScaler)</a:t>
            </a:r>
          </a:p>
          <a:p>
            <a:pPr algn="l">
              <a:defRPr sz="1200"/>
            </a:pPr>
            <a:r>
              <a:rPr lang="fr-FR">
                <a:solidFill>
                  <a:srgbClr val="000000"/>
                </a:solidFill>
                <a:latin typeface="Helvetica Neue"/>
              </a:rPr>
              <a:t>Les données sont mises à l'échelle pour éviter qu'une grande dimension (comme la diagonale de 171mm) n'écrase l'importance d'une petite dimension (comme la marge de 4mm). Cette étape assure que chaque variable contribue équitablement à l'apprentissage.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L'évaluation de la performance</a:t>
            </a:r>
          </a:p>
          <a:p>
            <a:r>
              <a:rPr lang="fr-FR" dirty="0">
                <a:solidFill>
                  <a:srgbClr val="000000"/>
                </a:solidFill>
              </a:rPr>
              <a:t>Notre boussole : Le risque métier</a:t>
            </a:r>
          </a:p>
        </p:txBody>
      </p:sp>
      <p:sp>
        <p:nvSpPr>
          <p:cNvPr id="3" name="Rectangle 2"/>
          <p:cNvSpPr/>
          <p:nvPr/>
        </p:nvSpPr>
        <p:spPr>
          <a:xfrm>
            <a:off x="35892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mp_40ustx1.emf"/>
          <p:cNvPicPr>
            <a:picLocks noChangeAspect="1"/>
          </p:cNvPicPr>
          <p:nvPr/>
        </p:nvPicPr>
        <p:blipFill>
          <a:blip r:embed="rId2"/>
          <a:stretch>
            <a:fillRect/>
          </a:stretch>
        </p:blipFill>
        <p:spPr>
          <a:xfrm>
            <a:off x="1397520" y="1087755"/>
            <a:ext cx="548640" cy="548640"/>
          </a:xfrm>
          <a:prstGeom prst="rect">
            <a:avLst/>
          </a:prstGeom>
        </p:spPr>
      </p:pic>
      <p:sp>
        <p:nvSpPr>
          <p:cNvPr id="5" name="Rectangle 4"/>
          <p:cNvSpPr/>
          <p:nvPr/>
        </p:nvSpPr>
        <p:spPr>
          <a:xfrm>
            <a:off x="35892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5892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L'erreur fatale</a:t>
            </a:r>
          </a:p>
          <a:p>
            <a:pPr algn="l">
              <a:defRPr sz="1200"/>
            </a:pPr>
            <a:r>
              <a:rPr lang="fr-FR">
                <a:solidFill>
                  <a:srgbClr val="000000"/>
                </a:solidFill>
                <a:latin typeface="Helvetica Neue"/>
              </a:rPr>
              <a:t>Pour l'ONCFM, rejeter un vrai billet est une perte de temps, mais accepter un faux billet (Faux Positif) est une perte financière directe. La gestion du risque métier impose donc de privilégier la sécurité et la fiabilité du modèle.</a:t>
            </a:r>
          </a:p>
        </p:txBody>
      </p:sp>
      <p:sp>
        <p:nvSpPr>
          <p:cNvPr id="7" name="Rectangle 6"/>
          <p:cNvSpPr/>
          <p:nvPr/>
        </p:nvSpPr>
        <p:spPr>
          <a:xfrm>
            <a:off x="325908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mppf_p0b4h.emf"/>
          <p:cNvPicPr>
            <a:picLocks noChangeAspect="1"/>
          </p:cNvPicPr>
          <p:nvPr/>
        </p:nvPicPr>
        <p:blipFill>
          <a:blip r:embed="rId3"/>
          <a:stretch>
            <a:fillRect/>
          </a:stretch>
        </p:blipFill>
        <p:spPr>
          <a:xfrm>
            <a:off x="4297680" y="1087755"/>
            <a:ext cx="548640" cy="548640"/>
          </a:xfrm>
          <a:prstGeom prst="rect">
            <a:avLst/>
          </a:prstGeom>
        </p:spPr>
      </p:pic>
      <p:sp>
        <p:nvSpPr>
          <p:cNvPr id="9" name="Rectangle 8"/>
          <p:cNvSpPr/>
          <p:nvPr/>
        </p:nvSpPr>
        <p:spPr>
          <a:xfrm>
            <a:off x="325908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5908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Notre indicateur clé</a:t>
            </a:r>
          </a:p>
          <a:p>
            <a:pPr algn="l">
              <a:defRPr sz="1200"/>
            </a:pPr>
            <a:r>
              <a:rPr lang="fr-FR">
                <a:solidFill>
                  <a:srgbClr val="000000"/>
                </a:solidFill>
                <a:latin typeface="Helvetica Neue"/>
              </a:rPr>
              <a:t>Maximiser la "Précision" pour réduire les Faux Positifs à zéro. Cet indicateur permet de mesurer la capacité du modèle à ne pas accepter de faux billets, ce qui est crucial pour la mission de l'ONCFM.</a:t>
            </a:r>
          </a:p>
        </p:txBody>
      </p:sp>
      <p:sp>
        <p:nvSpPr>
          <p:cNvPr id="11" name="Rectangle 10"/>
          <p:cNvSpPr/>
          <p:nvPr/>
        </p:nvSpPr>
        <p:spPr>
          <a:xfrm>
            <a:off x="615924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mpt13ii55g.emf"/>
          <p:cNvPicPr>
            <a:picLocks noChangeAspect="1"/>
          </p:cNvPicPr>
          <p:nvPr/>
        </p:nvPicPr>
        <p:blipFill>
          <a:blip r:embed="rId4"/>
          <a:stretch>
            <a:fillRect/>
          </a:stretch>
        </p:blipFill>
        <p:spPr>
          <a:xfrm>
            <a:off x="7197840" y="1087755"/>
            <a:ext cx="548640" cy="548640"/>
          </a:xfrm>
          <a:prstGeom prst="rect">
            <a:avLst/>
          </a:prstGeom>
        </p:spPr>
      </p:pic>
      <p:sp>
        <p:nvSpPr>
          <p:cNvPr id="13" name="Rectangle 12"/>
          <p:cNvSpPr/>
          <p:nvPr/>
        </p:nvSpPr>
        <p:spPr>
          <a:xfrm>
            <a:off x="615924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5924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Notre outil visuel</a:t>
            </a:r>
          </a:p>
          <a:p>
            <a:pPr algn="l">
              <a:defRPr sz="1200"/>
            </a:pPr>
            <a:r>
              <a:rPr lang="fr-FR">
                <a:solidFill>
                  <a:srgbClr val="000000"/>
                </a:solidFill>
                <a:latin typeface="Helvetica Neue"/>
              </a:rPr>
              <a:t>La Matrice de confusion permet de visualiser les performances du modèle en distinguant les vrais positifs, faux positifs, vrais négatifs et faux négatifs. Elle offre une lecture immédiate des erreurs critiques.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Le K-</a:t>
            </a:r>
            <a:r>
              <a:rPr lang="fr-FR" dirty="0" err="1">
                <a:solidFill>
                  <a:schemeClr val="accent2">
                    <a:lumMod val="50000"/>
                  </a:schemeClr>
                </a:solidFill>
              </a:rPr>
              <a:t>Means</a:t>
            </a:r>
            <a:r>
              <a:rPr lang="fr-FR" dirty="0">
                <a:solidFill>
                  <a:schemeClr val="accent2">
                    <a:lumMod val="50000"/>
                  </a:schemeClr>
                </a:solidFill>
              </a:rPr>
              <a:t> (Algorithme "à l'aveugle")</a:t>
            </a:r>
          </a:p>
        </p:txBody>
      </p:sp>
      <p:sp>
        <p:nvSpPr>
          <p:cNvPr id="3" name="Content Placeholder 2"/>
          <p:cNvSpPr>
            <a:spLocks noGrp="1"/>
          </p:cNvSpPr>
          <p:nvPr>
            <p:ph sz="half" idx="1"/>
          </p:nvPr>
        </p:nvSpPr>
        <p:spPr>
          <a:xfrm>
            <a:off x="313200" y="1181100"/>
            <a:ext cx="8795304" cy="1318642"/>
          </a:xfrm>
        </p:spPr>
        <p:txBody>
          <a:bodyPr wrap="square"/>
          <a:lstStyle/>
          <a:p>
            <a:r>
              <a:rPr lang="fr-FR" dirty="0">
                <a:solidFill>
                  <a:srgbClr val="000000"/>
                </a:solidFill>
              </a:rPr>
              <a:t>L'algorithme K-</a:t>
            </a:r>
            <a:r>
              <a:rPr lang="fr-FR" dirty="0" err="1">
                <a:solidFill>
                  <a:srgbClr val="000000"/>
                </a:solidFill>
              </a:rPr>
              <a:t>Means</a:t>
            </a:r>
            <a:r>
              <a:rPr lang="fr-FR" dirty="0">
                <a:solidFill>
                  <a:srgbClr val="000000"/>
                </a:solidFill>
              </a:rPr>
              <a:t> a classé les billets sans connaître les réponses (vrai/faux)</a:t>
            </a:r>
          </a:p>
          <a:p>
            <a:r>
              <a:rPr lang="fr-FR" dirty="0">
                <a:solidFill>
                  <a:srgbClr val="000000"/>
                </a:solidFill>
              </a:rPr>
              <a:t>Il a réussi à recréer les deux groupes de manière géométrique, mais commet quelques erreurs à la frontière</a:t>
            </a:r>
          </a:p>
          <a:p>
            <a:r>
              <a:rPr lang="fr-FR" dirty="0">
                <a:solidFill>
                  <a:srgbClr val="000000"/>
                </a:solidFill>
              </a:rPr>
              <a:t>Cela montre l'intérêt de passer à des algorithmes supervisés.</a:t>
            </a:r>
          </a:p>
        </p:txBody>
      </p:sp>
      <p:pic>
        <p:nvPicPr>
          <p:cNvPr id="8" name="Image 7">
            <a:extLst>
              <a:ext uri="{FF2B5EF4-FFF2-40B4-BE49-F238E27FC236}">
                <a16:creationId xmlns:a16="http://schemas.microsoft.com/office/drawing/2014/main" id="{2E4D9819-146F-E71E-8D71-4AFD048FC170}"/>
              </a:ext>
            </a:extLst>
          </p:cNvPr>
          <p:cNvPicPr>
            <a:picLocks noChangeAspect="1"/>
          </p:cNvPicPr>
          <p:nvPr/>
        </p:nvPicPr>
        <p:blipFill>
          <a:blip r:embed="rId2"/>
          <a:srcRect l="953" r="118"/>
          <a:stretch>
            <a:fillRect/>
          </a:stretch>
        </p:blipFill>
        <p:spPr>
          <a:xfrm>
            <a:off x="755576" y="2283335"/>
            <a:ext cx="7479930" cy="26204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La compétition finale</a:t>
            </a:r>
          </a:p>
        </p:txBody>
      </p:sp>
      <p:sp>
        <p:nvSpPr>
          <p:cNvPr id="3" name="Content Placeholder 2"/>
          <p:cNvSpPr>
            <a:spLocks noGrp="1"/>
          </p:cNvSpPr>
          <p:nvPr>
            <p:ph sz="half" idx="1"/>
          </p:nvPr>
        </p:nvSpPr>
        <p:spPr/>
        <p:txBody>
          <a:bodyPr wrap="square"/>
          <a:lstStyle/>
          <a:p>
            <a:r>
              <a:rPr lang="fr-FR">
                <a:solidFill>
                  <a:srgbClr val="000000"/>
                </a:solidFill>
              </a:rPr>
              <a:t>Trois candidats supervisés ont été entraînés : KNN, Random Forest et Régression Logistique</a:t>
            </a:r>
          </a:p>
          <a:p>
            <a:r>
              <a:rPr lang="fr-FR">
                <a:solidFill>
                  <a:srgbClr val="000000"/>
                </a:solidFill>
              </a:rPr>
              <a:t>Le KNN est éliminé (3 faux positifs)</a:t>
            </a:r>
          </a:p>
          <a:p>
            <a:r>
              <a:rPr lang="fr-FR">
                <a:solidFill>
                  <a:srgbClr val="000000"/>
                </a:solidFill>
              </a:rPr>
              <a:t>Random Forest et Régression Logistique font match nul parfait : 99,25% de réussite, seulement 2 erreurs sur 300 billets de test.</a:t>
            </a:r>
          </a:p>
        </p:txBody>
      </p:sp>
      <p:pic>
        <p:nvPicPr>
          <p:cNvPr id="8" name="Image 7">
            <a:extLst>
              <a:ext uri="{FF2B5EF4-FFF2-40B4-BE49-F238E27FC236}">
                <a16:creationId xmlns:a16="http://schemas.microsoft.com/office/drawing/2014/main" id="{B09AE76A-9173-4729-936C-999780B1A78D}"/>
              </a:ext>
            </a:extLst>
          </p:cNvPr>
          <p:cNvPicPr>
            <a:picLocks noChangeAspect="1"/>
          </p:cNvPicPr>
          <p:nvPr/>
        </p:nvPicPr>
        <p:blipFill>
          <a:blip r:embed="rId2"/>
          <a:stretch>
            <a:fillRect/>
          </a:stretch>
        </p:blipFill>
        <p:spPr>
          <a:xfrm>
            <a:off x="5724128" y="97743"/>
            <a:ext cx="2520280" cy="49480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Le Choix du Modèle : La Régression Logistique</a:t>
            </a:r>
          </a:p>
          <a:p>
            <a:r>
              <a:rPr lang="fr-FR" dirty="0">
                <a:solidFill>
                  <a:srgbClr val="000000"/>
                </a:solidFill>
              </a:rPr>
              <a:t>Le Grand Gagnant</a:t>
            </a:r>
          </a:p>
        </p:txBody>
      </p:sp>
      <p:sp>
        <p:nvSpPr>
          <p:cNvPr id="3" name="Rectangle 2"/>
          <p:cNvSpPr/>
          <p:nvPr/>
        </p:nvSpPr>
        <p:spPr>
          <a:xfrm>
            <a:off x="35892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tmpg1wjwg_q.emf"/>
          <p:cNvPicPr>
            <a:picLocks noChangeAspect="1"/>
          </p:cNvPicPr>
          <p:nvPr/>
        </p:nvPicPr>
        <p:blipFill>
          <a:blip r:embed="rId2"/>
          <a:stretch>
            <a:fillRect/>
          </a:stretch>
        </p:blipFill>
        <p:spPr>
          <a:xfrm>
            <a:off x="1397520" y="1087755"/>
            <a:ext cx="548640" cy="548640"/>
          </a:xfrm>
          <a:prstGeom prst="rect">
            <a:avLst/>
          </a:prstGeom>
        </p:spPr>
      </p:pic>
      <p:sp>
        <p:nvSpPr>
          <p:cNvPr id="5" name="Rectangle 4"/>
          <p:cNvSpPr/>
          <p:nvPr/>
        </p:nvSpPr>
        <p:spPr>
          <a:xfrm>
            <a:off x="35892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58920" y="1773555"/>
            <a:ext cx="2625840" cy="2395528"/>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dirty="0"/>
              <a:t>Le Vainqueur</a:t>
            </a:r>
          </a:p>
          <a:p>
            <a:pPr algn="l">
              <a:defRPr sz="1200"/>
            </a:pPr>
            <a:r>
              <a:rPr lang="fr-FR" b="1" dirty="0">
                <a:solidFill>
                  <a:srgbClr val="000000"/>
                </a:solidFill>
                <a:latin typeface="Helvetica Neue"/>
              </a:rPr>
              <a:t>La Régression Logistique est sélectionnée comme modèle final</a:t>
            </a:r>
            <a:r>
              <a:rPr lang="fr-FR" dirty="0">
                <a:solidFill>
                  <a:srgbClr val="000000"/>
                </a:solidFill>
                <a:latin typeface="Helvetica Neue"/>
              </a:rPr>
              <a:t>. </a:t>
            </a:r>
          </a:p>
          <a:p>
            <a:pPr algn="l">
              <a:defRPr sz="1200"/>
            </a:pPr>
            <a:endParaRPr lang="fr-FR" dirty="0">
              <a:solidFill>
                <a:srgbClr val="000000"/>
              </a:solidFill>
              <a:latin typeface="Helvetica Neue"/>
            </a:endParaRPr>
          </a:p>
          <a:p>
            <a:pPr algn="l">
              <a:defRPr sz="1200"/>
            </a:pPr>
            <a:r>
              <a:rPr lang="fr-FR" dirty="0">
                <a:solidFill>
                  <a:srgbClr val="000000"/>
                </a:solidFill>
                <a:latin typeface="Helvetica Neue"/>
              </a:rPr>
              <a:t>Elle offre une performance équivalente aux autres algorithmes tout en étant plus rapide, légère et explicable, ce qui est essentiel pour la transparence des décisions.</a:t>
            </a:r>
          </a:p>
        </p:txBody>
      </p:sp>
      <p:sp>
        <p:nvSpPr>
          <p:cNvPr id="7" name="Rectangle 6"/>
          <p:cNvSpPr/>
          <p:nvPr/>
        </p:nvSpPr>
        <p:spPr>
          <a:xfrm>
            <a:off x="325908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mp5cwsft_n.emf"/>
          <p:cNvPicPr>
            <a:picLocks noChangeAspect="1"/>
          </p:cNvPicPr>
          <p:nvPr/>
        </p:nvPicPr>
        <p:blipFill>
          <a:blip r:embed="rId3"/>
          <a:stretch>
            <a:fillRect/>
          </a:stretch>
        </p:blipFill>
        <p:spPr>
          <a:xfrm>
            <a:off x="4297680" y="1087755"/>
            <a:ext cx="548640" cy="548640"/>
          </a:xfrm>
          <a:prstGeom prst="rect">
            <a:avLst/>
          </a:prstGeom>
        </p:spPr>
      </p:pic>
      <p:sp>
        <p:nvSpPr>
          <p:cNvPr id="9" name="Rectangle 8"/>
          <p:cNvSpPr/>
          <p:nvPr/>
        </p:nvSpPr>
        <p:spPr>
          <a:xfrm>
            <a:off x="325908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5908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dirty="0"/>
              <a:t>Les raisons métier</a:t>
            </a:r>
          </a:p>
          <a:p>
            <a:pPr algn="l">
              <a:defRPr sz="1200"/>
            </a:pPr>
            <a:r>
              <a:rPr lang="fr-FR" dirty="0">
                <a:solidFill>
                  <a:srgbClr val="000000"/>
                </a:solidFill>
                <a:latin typeface="Helvetica Neue"/>
              </a:rPr>
              <a:t>À performance égale, la Régression Logistique est privilégiée car elle n'est pas une boîte noire : chaque décision peut être justifiée mathématiquement auprès de l'ONCFM, renforçant la confiance dans le système.</a:t>
            </a:r>
          </a:p>
        </p:txBody>
      </p:sp>
      <p:sp>
        <p:nvSpPr>
          <p:cNvPr id="11" name="Rectangle 10"/>
          <p:cNvSpPr/>
          <p:nvPr/>
        </p:nvSpPr>
        <p:spPr>
          <a:xfrm>
            <a:off x="6159240" y="996315"/>
            <a:ext cx="2625840" cy="7315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mp9c8y1u57.emf"/>
          <p:cNvPicPr>
            <a:picLocks noChangeAspect="1"/>
          </p:cNvPicPr>
          <p:nvPr/>
        </p:nvPicPr>
        <p:blipFill>
          <a:blip r:embed="rId4"/>
          <a:stretch>
            <a:fillRect/>
          </a:stretch>
        </p:blipFill>
        <p:spPr>
          <a:xfrm>
            <a:off x="7197840" y="1087755"/>
            <a:ext cx="548640" cy="548640"/>
          </a:xfrm>
          <a:prstGeom prst="rect">
            <a:avLst/>
          </a:prstGeom>
        </p:spPr>
      </p:pic>
      <p:sp>
        <p:nvSpPr>
          <p:cNvPr id="13" name="Rectangle 12"/>
          <p:cNvSpPr/>
          <p:nvPr/>
        </p:nvSpPr>
        <p:spPr>
          <a:xfrm>
            <a:off x="6159240" y="1773555"/>
            <a:ext cx="2625840" cy="2743200"/>
          </a:xfrm>
          <a:prstGeom prst="rect">
            <a:avLst/>
          </a:prstGeom>
          <a:solidFill>
            <a:srgbClr val="EEEEEE"/>
          </a:solidFill>
          <a:ln w="12700">
            <a:solidFill>
              <a:srgbClr val="EE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59240" y="1773555"/>
            <a:ext cx="2625840" cy="2743200"/>
          </a:xfrm>
          <a:prstGeom prst="rect">
            <a:avLst/>
          </a:prstGeom>
          <a:noFill/>
        </p:spPr>
        <p:txBody>
          <a:bodyPr wrap="square" lIns="127000" tIns="127000" rIns="127000" bIns="127000" anchor="t">
            <a:spAutoFit/>
          </a:bodyPr>
          <a:lstStyle/>
          <a:p>
            <a:pPr algn="l">
              <a:spcAft>
                <a:spcPts val="600"/>
              </a:spcAft>
              <a:defRPr sz="1400" b="1">
                <a:solidFill>
                  <a:srgbClr val="000000"/>
                </a:solidFill>
              </a:defRPr>
            </a:pPr>
            <a:r>
              <a:rPr lang="fr-FR"/>
              <a:t>Sécurité</a:t>
            </a:r>
          </a:p>
          <a:p>
            <a:pPr algn="l">
              <a:defRPr sz="1200"/>
            </a:pPr>
            <a:r>
              <a:rPr lang="fr-FR">
                <a:solidFill>
                  <a:srgbClr val="000000"/>
                </a:solidFill>
                <a:latin typeface="Helvetica Neue"/>
              </a:rPr>
              <a:t>Le modèle a été packagé de bout en bout dans un pipeline pour la production, garantissant la reproductibilité, la sécurité et la facilité de déploiement dans l'environnement opérationnel de l'ONCFM.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L'Application finale</a:t>
            </a:r>
          </a:p>
        </p:txBody>
      </p:sp>
      <p:sp>
        <p:nvSpPr>
          <p:cNvPr id="3" name="Content Placeholder 2"/>
          <p:cNvSpPr>
            <a:spLocks noGrp="1"/>
          </p:cNvSpPr>
          <p:nvPr>
            <p:ph sz="half" idx="1"/>
          </p:nvPr>
        </p:nvSpPr>
        <p:spPr/>
        <p:txBody>
          <a:bodyPr wrap="square"/>
          <a:lstStyle/>
          <a:p>
            <a:r>
              <a:rPr lang="fr-FR">
                <a:solidFill>
                  <a:srgbClr val="000000"/>
                </a:solidFill>
              </a:rPr>
              <a:t>Un script Python autonome permet à l'utilisateur de fournir un fichier CSV et d'obtenir instantanément un rapport de détection avec les probabilités</a:t>
            </a:r>
          </a:p>
          <a:p>
            <a:r>
              <a:rPr lang="fr-FR">
                <a:solidFill>
                  <a:srgbClr val="000000"/>
                </a:solidFill>
              </a:rPr>
              <a:t>Si une dimension manque (capteur défaillant), l'application bloque l'analyse pour forcer un contrôle manuel.</a:t>
            </a:r>
          </a:p>
        </p:txBody>
      </p:sp>
      <p:pic>
        <p:nvPicPr>
          <p:cNvPr id="8" name="Image 7">
            <a:extLst>
              <a:ext uri="{FF2B5EF4-FFF2-40B4-BE49-F238E27FC236}">
                <a16:creationId xmlns:a16="http://schemas.microsoft.com/office/drawing/2014/main" id="{E63A47A6-C2B4-4670-F999-A097CF34808D}"/>
              </a:ext>
            </a:extLst>
          </p:cNvPr>
          <p:cNvPicPr>
            <a:picLocks noChangeAspect="1"/>
          </p:cNvPicPr>
          <p:nvPr/>
        </p:nvPicPr>
        <p:blipFill>
          <a:blip r:embed="rId2"/>
          <a:stretch>
            <a:fillRect/>
          </a:stretch>
        </p:blipFill>
        <p:spPr>
          <a:xfrm>
            <a:off x="4594142" y="262538"/>
            <a:ext cx="4172263" cy="468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200"/>
              </a:spcAft>
              <a:defRPr/>
            </a:pPr>
            <a:r>
              <a:rPr lang="fr-FR" dirty="0">
                <a:solidFill>
                  <a:schemeClr val="accent2">
                    <a:lumMod val="50000"/>
                  </a:schemeClr>
                </a:solidFill>
              </a:rPr>
              <a:t>Conclusion et Démonstration</a:t>
            </a:r>
          </a:p>
          <a:p>
            <a:r>
              <a:rPr lang="fr-FR" dirty="0">
                <a:solidFill>
                  <a:srgbClr val="000000"/>
                </a:solidFill>
              </a:rPr>
              <a:t>Conclusion</a:t>
            </a:r>
          </a:p>
        </p:txBody>
      </p:sp>
      <p:sp>
        <p:nvSpPr>
          <p:cNvPr id="3" name="Content Placeholder 2"/>
          <p:cNvSpPr>
            <a:spLocks noGrp="1"/>
          </p:cNvSpPr>
          <p:nvPr>
            <p:ph idx="1"/>
          </p:nvPr>
        </p:nvSpPr>
        <p:spPr/>
        <p:txBody>
          <a:bodyPr wrap="square"/>
          <a:lstStyle/>
          <a:p>
            <a:r>
              <a:rPr lang="fr-FR" dirty="0">
                <a:solidFill>
                  <a:srgbClr val="000000"/>
                </a:solidFill>
              </a:rPr>
              <a:t>Le système de détection automatique développé pour l'ONCFM est désormais opérationnel, sécurisé et fiable à plus de 99%</a:t>
            </a:r>
          </a:p>
          <a:p>
            <a:r>
              <a:rPr lang="fr-FR" dirty="0">
                <a:solidFill>
                  <a:srgbClr val="000000"/>
                </a:solidFill>
              </a:rPr>
              <a:t>Merci pour votre attention</a:t>
            </a:r>
          </a:p>
          <a:p>
            <a:r>
              <a:rPr lang="fr-FR" dirty="0">
                <a:solidFill>
                  <a:srgbClr val="000000"/>
                </a:solidFill>
              </a:rPr>
              <a:t>Place à la démonstration en direct sur l'environnement de production !</a:t>
            </a:r>
          </a:p>
        </p:txBody>
      </p:sp>
    </p:spTree>
  </p:cSld>
  <p:clrMapOvr>
    <a:masterClrMapping/>
  </p:clrMapOvr>
</p:sld>
</file>

<file path=ppt/theme/theme1.xml><?xml version="1.0" encoding="utf-8"?>
<a:theme xmlns:a="http://schemas.openxmlformats.org/drawingml/2006/main" name="OFR Brest Practice">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_Template_Beta_external_110816.potx" id="{096397F8-02DF-40E4-AEB9-88A0052F30F0}" vid="{AA36791E-F7D8-46B6-BCF9-C51758B3B4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7222825-62ea-40f3-96b5-5375c07996e2}" enabled="1" method="Privileged" siteId="{90c7a20a-f34b-40bf-bc48-b9253b6f5d20}" removed="0"/>
</clbl:labelList>
</file>

<file path=docProps/app.xml><?xml version="1.0" encoding="utf-8"?>
<Properties xmlns="http://schemas.openxmlformats.org/officeDocument/2006/extended-properties" xmlns:vt="http://schemas.openxmlformats.org/officeDocument/2006/docPropsVTypes">
  <Template/>
  <TotalTime>2572</TotalTime>
  <Words>967</Words>
  <Application>Microsoft Office PowerPoint</Application>
  <PresentationFormat>Affichage à l'écran (16:9)</PresentationFormat>
  <Paragraphs>63</Paragraphs>
  <Slides>12</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12</vt:i4>
      </vt:variant>
    </vt:vector>
  </HeadingPairs>
  <TitlesOfParts>
    <vt:vector size="20" baseType="lpstr">
      <vt:lpstr>Arial</vt:lpstr>
      <vt:lpstr>Calibri</vt:lpstr>
      <vt:lpstr>Helvetica 55 Roman</vt:lpstr>
      <vt:lpstr>Helvetica 75</vt:lpstr>
      <vt:lpstr>Helvetica 75 Bold</vt:lpstr>
      <vt:lpstr>Helvetica Neue</vt:lpstr>
      <vt:lpstr>Wingdings</vt:lpstr>
      <vt:lpstr>OFR Brest Practice</vt:lpstr>
      <vt:lpstr>Projet 12 – ​ Détectez des faux billets avec R ou    LAURENT Maxent – 22/05/2026</vt:lpstr>
      <vt:lpstr>Moderniser la détection des fraudes Le Contexte et la Mission</vt:lpstr>
      <vt:lpstr>Préparation et nettoyage de la base de données Le défi des données</vt:lpstr>
      <vt:lpstr>Analyse exploratoire : un humain peut-il voir la différence ?</vt:lpstr>
      <vt:lpstr>La matrice de corrélation</vt:lpstr>
      <vt:lpstr>Comment entraîner la machine ? La Stratégie d'Apprentissage</vt:lpstr>
      <vt:lpstr>L'évaluation de la performance Notre boussole : Le risque métier</vt:lpstr>
      <vt:lpstr>Le K-Means (Algorithme "à l'aveugle")</vt:lpstr>
      <vt:lpstr>La compétition finale</vt:lpstr>
      <vt:lpstr>Le Choix du Modèle : La Régression Logistique Le Grand Gagnant</vt:lpstr>
      <vt:lpstr>L'Application finale</vt:lpstr>
      <vt:lpstr>Conclusion et Démonstration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ONCFM : Détection automatique de faux billets</dc:title>
  <dc:subject/>
  <dc:creator>LAURENT Maxent OBS/MKT</dc:creator>
  <cp:keywords/>
  <dc:description/>
  <cp:lastModifiedBy>LAURENT Maxent OBS/MKT</cp:lastModifiedBy>
  <cp:revision>99</cp:revision>
  <dcterms:created xsi:type="dcterms:W3CDTF">2026-05-20T11:05:51Z</dcterms:created>
  <dcterms:modified xsi:type="dcterms:W3CDTF">2026-05-21T12:01:28Z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c818a6-e1a0-4a6e-a969-20d857c5dc62_Enabled">
    <vt:lpwstr>true</vt:lpwstr>
  </property>
  <property fmtid="{D5CDD505-2E9C-101B-9397-08002B2CF9AE}" pid="3" name="MSIP_Label_e6c818a6-e1a0-4a6e-a969-20d857c5dc62_SetDate">
    <vt:lpwstr>2021-11-03T15:11:58Z</vt:lpwstr>
  </property>
  <property fmtid="{D5CDD505-2E9C-101B-9397-08002B2CF9AE}" pid="4" name="MSIP_Label_e6c818a6-e1a0-4a6e-a969-20d857c5dc62_Method">
    <vt:lpwstr>Standard</vt:lpwstr>
  </property>
  <property fmtid="{D5CDD505-2E9C-101B-9397-08002B2CF9AE}" pid="5" name="MSIP_Label_e6c818a6-e1a0-4a6e-a969-20d857c5dc62_Name">
    <vt:lpwstr>Orange_restricted_internal.2</vt:lpwstr>
  </property>
  <property fmtid="{D5CDD505-2E9C-101B-9397-08002B2CF9AE}" pid="6" name="MSIP_Label_e6c818a6-e1a0-4a6e-a969-20d857c5dc62_SiteId">
    <vt:lpwstr>90c7a20a-f34b-40bf-bc48-b9253b6f5d20</vt:lpwstr>
  </property>
  <property fmtid="{D5CDD505-2E9C-101B-9397-08002B2CF9AE}" pid="7" name="MSIP_Label_e6c818a6-e1a0-4a6e-a969-20d857c5dc62_ActionId">
    <vt:lpwstr>4f61f86f-a5bc-4203-9faf-94034567b896</vt:lpwstr>
  </property>
  <property fmtid="{D5CDD505-2E9C-101B-9397-08002B2CF9AE}" pid="8" name="MSIP_Label_e6c818a6-e1a0-4a6e-a969-20d857c5dc62_ContentBits">
    <vt:lpwstr>2</vt:lpwstr>
  </property>
</Properties>
</file>