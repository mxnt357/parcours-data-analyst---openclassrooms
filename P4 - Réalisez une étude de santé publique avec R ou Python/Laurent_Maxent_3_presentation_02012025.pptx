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Helvetica 75 Bold" panose="020B0804020202020204" pitchFamily="34" charset="0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6767A-BD69-479D-8A1D-A6FEDD5D893C}" v="30" dt="2024-12-17T15:48:26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T Maxent OBS/CTIO" userId="3c929522-8ab4-4234-a382-2d0824bf165c" providerId="ADAL" clId="{24E6767A-BD69-479D-8A1D-A6FEDD5D893C}"/>
    <pc:docChg chg="undo redo custSel delSld modSld">
      <pc:chgData name="LAURENT Maxent OBS/CTIO" userId="3c929522-8ab4-4234-a382-2d0824bf165c" providerId="ADAL" clId="{24E6767A-BD69-479D-8A1D-A6FEDD5D893C}" dt="2025-01-02T14:35:11.874" v="1932" actId="47"/>
      <pc:docMkLst>
        <pc:docMk/>
      </pc:docMkLst>
      <pc:sldChg chg="addSp delSp modSp mod">
        <pc:chgData name="LAURENT Maxent OBS/CTIO" userId="3c929522-8ab4-4234-a382-2d0824bf165c" providerId="ADAL" clId="{24E6767A-BD69-479D-8A1D-A6FEDD5D893C}" dt="2024-12-17T13:13:20.848" v="866" actId="171"/>
        <pc:sldMkLst>
          <pc:docMk/>
          <pc:sldMk cId="0" sldId="256"/>
        </pc:sldMkLst>
        <pc:spChg chg="del">
          <ac:chgData name="LAURENT Maxent OBS/CTIO" userId="3c929522-8ab4-4234-a382-2d0824bf165c" providerId="ADAL" clId="{24E6767A-BD69-479D-8A1D-A6FEDD5D893C}" dt="2024-12-17T13:11:55.943" v="856" actId="478"/>
          <ac:spMkLst>
            <pc:docMk/>
            <pc:sldMk cId="0" sldId="256"/>
            <ac:spMk id="125" creationId="{00000000-0000-0000-0000-000000000000}"/>
          </ac:spMkLst>
        </pc:spChg>
        <pc:picChg chg="add mod ord">
          <ac:chgData name="LAURENT Maxent OBS/CTIO" userId="3c929522-8ab4-4234-a382-2d0824bf165c" providerId="ADAL" clId="{24E6767A-BD69-479D-8A1D-A6FEDD5D893C}" dt="2024-12-17T13:13:20.848" v="866" actId="171"/>
          <ac:picMkLst>
            <pc:docMk/>
            <pc:sldMk cId="0" sldId="256"/>
            <ac:picMk id="2" creationId="{906D3A64-9B20-8D54-56D0-FBF1225B8013}"/>
          </ac:picMkLst>
        </pc:picChg>
        <pc:picChg chg="del">
          <ac:chgData name="LAURENT Maxent OBS/CTIO" userId="3c929522-8ab4-4234-a382-2d0824bf165c" providerId="ADAL" clId="{24E6767A-BD69-479D-8A1D-A6FEDD5D893C}" dt="2024-12-17T13:12:40.699" v="858" actId="478"/>
          <ac:picMkLst>
            <pc:docMk/>
            <pc:sldMk cId="0" sldId="256"/>
            <ac:picMk id="124" creationId="{00000000-0000-0000-0000-000000000000}"/>
          </ac:picMkLst>
        </pc:picChg>
      </pc:sldChg>
      <pc:sldChg chg="delSp modSp mod">
        <pc:chgData name="LAURENT Maxent OBS/CTIO" userId="3c929522-8ab4-4234-a382-2d0824bf165c" providerId="ADAL" clId="{24E6767A-BD69-479D-8A1D-A6FEDD5D893C}" dt="2024-12-17T14:05:53.804" v="1532" actId="1076"/>
        <pc:sldMkLst>
          <pc:docMk/>
          <pc:sldMk cId="0" sldId="257"/>
        </pc:sldMkLst>
        <pc:spChg chg="mod">
          <ac:chgData name="LAURENT Maxent OBS/CTIO" userId="3c929522-8ab4-4234-a382-2d0824bf165c" providerId="ADAL" clId="{24E6767A-BD69-479D-8A1D-A6FEDD5D893C}" dt="2024-12-17T14:05:53.804" v="1532" actId="1076"/>
          <ac:spMkLst>
            <pc:docMk/>
            <pc:sldMk cId="0" sldId="257"/>
            <ac:spMk id="131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4:05:25.501" v="1529" actId="478"/>
          <ac:spMkLst>
            <pc:docMk/>
            <pc:sldMk cId="0" sldId="257"/>
            <ac:spMk id="132" creationId="{00000000-0000-0000-0000-000000000000}"/>
          </ac:spMkLst>
        </pc:spChg>
      </pc:sldChg>
      <pc:sldChg chg="delSp modSp mod">
        <pc:chgData name="LAURENT Maxent OBS/CTIO" userId="3c929522-8ab4-4234-a382-2d0824bf165c" providerId="ADAL" clId="{24E6767A-BD69-479D-8A1D-A6FEDD5D893C}" dt="2024-12-17T14:08:58.066" v="1901" actId="120"/>
        <pc:sldMkLst>
          <pc:docMk/>
          <pc:sldMk cId="0" sldId="258"/>
        </pc:sldMkLst>
        <pc:spChg chg="mod">
          <ac:chgData name="LAURENT Maxent OBS/CTIO" userId="3c929522-8ab4-4234-a382-2d0824bf165c" providerId="ADAL" clId="{24E6767A-BD69-479D-8A1D-A6FEDD5D893C}" dt="2024-12-17T14:08:58.066" v="1901" actId="120"/>
          <ac:spMkLst>
            <pc:docMk/>
            <pc:sldMk cId="0" sldId="258"/>
            <ac:spMk id="138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4:07:09.130" v="1728" actId="478"/>
          <ac:spMkLst>
            <pc:docMk/>
            <pc:sldMk cId="0" sldId="258"/>
            <ac:spMk id="139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4:07:10.998" v="1729" actId="478"/>
          <ac:spMkLst>
            <pc:docMk/>
            <pc:sldMk cId="0" sldId="258"/>
            <ac:spMk id="140" creationId="{00000000-0000-0000-0000-000000000000}"/>
          </ac:spMkLst>
        </pc:spChg>
      </pc:sldChg>
      <pc:sldChg chg="delSp modSp mod">
        <pc:chgData name="LAURENT Maxent OBS/CTIO" userId="3c929522-8ab4-4234-a382-2d0824bf165c" providerId="ADAL" clId="{24E6767A-BD69-479D-8A1D-A6FEDD5D893C}" dt="2024-12-16T14:12:51.349" v="145" actId="20577"/>
        <pc:sldMkLst>
          <pc:docMk/>
          <pc:sldMk cId="0" sldId="259"/>
        </pc:sldMkLst>
        <pc:spChg chg="mod">
          <ac:chgData name="LAURENT Maxent OBS/CTIO" userId="3c929522-8ab4-4234-a382-2d0824bf165c" providerId="ADAL" clId="{24E6767A-BD69-479D-8A1D-A6FEDD5D893C}" dt="2024-12-16T14:12:51.349" v="145" actId="20577"/>
          <ac:spMkLst>
            <pc:docMk/>
            <pc:sldMk cId="0" sldId="259"/>
            <ac:spMk id="146" creationId="{00000000-0000-0000-0000-000000000000}"/>
          </ac:spMkLst>
        </pc:spChg>
        <pc:spChg chg="del mod">
          <ac:chgData name="LAURENT Maxent OBS/CTIO" userId="3c929522-8ab4-4234-a382-2d0824bf165c" providerId="ADAL" clId="{24E6767A-BD69-479D-8A1D-A6FEDD5D893C}" dt="2024-12-16T14:12:11.731" v="111" actId="478"/>
          <ac:spMkLst>
            <pc:docMk/>
            <pc:sldMk cId="0" sldId="259"/>
            <ac:spMk id="147" creationId="{00000000-0000-0000-0000-000000000000}"/>
          </ac:spMkLst>
        </pc:spChg>
      </pc:sldChg>
      <pc:sldChg chg="delSp modSp mod">
        <pc:chgData name="LAURENT Maxent OBS/CTIO" userId="3c929522-8ab4-4234-a382-2d0824bf165c" providerId="ADAL" clId="{24E6767A-BD69-479D-8A1D-A6FEDD5D893C}" dt="2024-12-16T14:20:35.292" v="433" actId="113"/>
        <pc:sldMkLst>
          <pc:docMk/>
          <pc:sldMk cId="0" sldId="260"/>
        </pc:sldMkLst>
        <pc:spChg chg="mod">
          <ac:chgData name="LAURENT Maxent OBS/CTIO" userId="3c929522-8ab4-4234-a382-2d0824bf165c" providerId="ADAL" clId="{24E6767A-BD69-479D-8A1D-A6FEDD5D893C}" dt="2024-12-16T14:20:35.292" v="433" actId="113"/>
          <ac:spMkLst>
            <pc:docMk/>
            <pc:sldMk cId="0" sldId="260"/>
            <ac:spMk id="153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6T14:14:16.220" v="222" actId="478"/>
          <ac:spMkLst>
            <pc:docMk/>
            <pc:sldMk cId="0" sldId="260"/>
            <ac:spMk id="154" creationId="{00000000-0000-0000-0000-000000000000}"/>
          </ac:spMkLst>
        </pc:spChg>
      </pc:sldChg>
      <pc:sldChg chg="delSp modSp mod">
        <pc:chgData name="LAURENT Maxent OBS/CTIO" userId="3c929522-8ab4-4234-a382-2d0824bf165c" providerId="ADAL" clId="{24E6767A-BD69-479D-8A1D-A6FEDD5D893C}" dt="2024-12-17T14:09:11.209" v="1902" actId="1076"/>
        <pc:sldMkLst>
          <pc:docMk/>
          <pc:sldMk cId="0" sldId="261"/>
        </pc:sldMkLst>
        <pc:spChg chg="mod">
          <ac:chgData name="LAURENT Maxent OBS/CTIO" userId="3c929522-8ab4-4234-a382-2d0824bf165c" providerId="ADAL" clId="{24E6767A-BD69-479D-8A1D-A6FEDD5D893C}" dt="2024-12-17T14:09:11.209" v="1902" actId="1076"/>
          <ac:spMkLst>
            <pc:docMk/>
            <pc:sldMk cId="0" sldId="261"/>
            <ac:spMk id="160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6T14:23:15.775" v="436" actId="478"/>
          <ac:spMkLst>
            <pc:docMk/>
            <pc:sldMk cId="0" sldId="261"/>
            <ac:spMk id="161" creationId="{00000000-0000-0000-0000-000000000000}"/>
          </ac:spMkLst>
        </pc:spChg>
      </pc:sldChg>
      <pc:sldChg chg="addSp delSp modSp mod">
        <pc:chgData name="LAURENT Maxent OBS/CTIO" userId="3c929522-8ab4-4234-a382-2d0824bf165c" providerId="ADAL" clId="{24E6767A-BD69-479D-8A1D-A6FEDD5D893C}" dt="2024-12-17T13:27:06.393" v="873" actId="478"/>
        <pc:sldMkLst>
          <pc:docMk/>
          <pc:sldMk cId="0" sldId="262"/>
        </pc:sldMkLst>
        <pc:spChg chg="del">
          <ac:chgData name="LAURENT Maxent OBS/CTIO" userId="3c929522-8ab4-4234-a382-2d0824bf165c" providerId="ADAL" clId="{24E6767A-BD69-479D-8A1D-A6FEDD5D893C}" dt="2024-12-17T13:27:06.393" v="873" actId="478"/>
          <ac:spMkLst>
            <pc:docMk/>
            <pc:sldMk cId="0" sldId="262"/>
            <ac:spMk id="167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3:26:40.603" v="869" actId="478"/>
          <ac:spMkLst>
            <pc:docMk/>
            <pc:sldMk cId="0" sldId="262"/>
            <ac:spMk id="168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3:13:45.793" v="867" actId="478"/>
          <ac:spMkLst>
            <pc:docMk/>
            <pc:sldMk cId="0" sldId="262"/>
            <ac:spMk id="169" creationId="{00000000-0000-0000-0000-000000000000}"/>
          </ac:spMkLst>
        </pc:spChg>
        <pc:picChg chg="add mod">
          <ac:chgData name="LAURENT Maxent OBS/CTIO" userId="3c929522-8ab4-4234-a382-2d0824bf165c" providerId="ADAL" clId="{24E6767A-BD69-479D-8A1D-A6FEDD5D893C}" dt="2024-12-17T13:26:57.921" v="872" actId="1076"/>
          <ac:picMkLst>
            <pc:docMk/>
            <pc:sldMk cId="0" sldId="262"/>
            <ac:picMk id="1026" creationId="{1D6A879F-3DD9-D3C2-7162-58FE4C93ACDF}"/>
          </ac:picMkLst>
        </pc:picChg>
      </pc:sldChg>
      <pc:sldChg chg="addSp delSp modSp mod">
        <pc:chgData name="LAURENT Maxent OBS/CTIO" userId="3c929522-8ab4-4234-a382-2d0824bf165c" providerId="ADAL" clId="{24E6767A-BD69-479D-8A1D-A6FEDD5D893C}" dt="2024-12-16T14:51:36.860" v="845" actId="1076"/>
        <pc:sldMkLst>
          <pc:docMk/>
          <pc:sldMk cId="0" sldId="263"/>
        </pc:sldMkLst>
        <pc:spChg chg="del">
          <ac:chgData name="LAURENT Maxent OBS/CTIO" userId="3c929522-8ab4-4234-a382-2d0824bf165c" providerId="ADAL" clId="{24E6767A-BD69-479D-8A1D-A6FEDD5D893C}" dt="2024-12-16T14:50:31.665" v="841" actId="478"/>
          <ac:spMkLst>
            <pc:docMk/>
            <pc:sldMk cId="0" sldId="263"/>
            <ac:spMk id="175" creationId="{00000000-0000-0000-0000-000000000000}"/>
          </ac:spMkLst>
        </pc:spChg>
        <pc:spChg chg="del mod">
          <ac:chgData name="LAURENT Maxent OBS/CTIO" userId="3c929522-8ab4-4234-a382-2d0824bf165c" providerId="ADAL" clId="{24E6767A-BD69-479D-8A1D-A6FEDD5D893C}" dt="2024-12-16T14:40:45.334" v="450" actId="478"/>
          <ac:spMkLst>
            <pc:docMk/>
            <pc:sldMk cId="0" sldId="263"/>
            <ac:spMk id="176" creationId="{00000000-0000-0000-0000-000000000000}"/>
          </ac:spMkLst>
        </pc:spChg>
        <pc:graphicFrameChg chg="add mod modGraphic">
          <ac:chgData name="LAURENT Maxent OBS/CTIO" userId="3c929522-8ab4-4234-a382-2d0824bf165c" providerId="ADAL" clId="{24E6767A-BD69-479D-8A1D-A6FEDD5D893C}" dt="2024-12-16T14:51:36.860" v="845" actId="1076"/>
          <ac:graphicFrameMkLst>
            <pc:docMk/>
            <pc:sldMk cId="0" sldId="263"/>
            <ac:graphicFrameMk id="2" creationId="{EAB5C9D5-D397-4FA4-929F-B37544F47AB1}"/>
          </ac:graphicFrameMkLst>
        </pc:graphicFrameChg>
        <pc:graphicFrameChg chg="add del mod">
          <ac:chgData name="LAURENT Maxent OBS/CTIO" userId="3c929522-8ab4-4234-a382-2d0824bf165c" providerId="ADAL" clId="{24E6767A-BD69-479D-8A1D-A6FEDD5D893C}" dt="2024-12-16T14:43:01.507" v="591" actId="3680"/>
          <ac:graphicFrameMkLst>
            <pc:docMk/>
            <pc:sldMk cId="0" sldId="263"/>
            <ac:graphicFrameMk id="3" creationId="{74C9FCF8-CE71-3AA5-6B79-46688516442F}"/>
          </ac:graphicFrameMkLst>
        </pc:graphicFrameChg>
      </pc:sldChg>
      <pc:sldChg chg="addSp delSp modSp mod">
        <pc:chgData name="LAURENT Maxent OBS/CTIO" userId="3c929522-8ab4-4234-a382-2d0824bf165c" providerId="ADAL" clId="{24E6767A-BD69-479D-8A1D-A6FEDD5D893C}" dt="2024-12-20T10:30:07.407" v="1919" actId="478"/>
        <pc:sldMkLst>
          <pc:docMk/>
          <pc:sldMk cId="0" sldId="264"/>
        </pc:sldMkLst>
        <pc:spChg chg="del">
          <ac:chgData name="LAURENT Maxent OBS/CTIO" userId="3c929522-8ab4-4234-a382-2d0824bf165c" providerId="ADAL" clId="{24E6767A-BD69-479D-8A1D-A6FEDD5D893C}" dt="2024-12-20T10:30:07.407" v="1919" actId="478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5:45:39.447" v="1908" actId="478"/>
          <ac:spMkLst>
            <pc:docMk/>
            <pc:sldMk cId="0" sldId="264"/>
            <ac:spMk id="183" creationId="{00000000-0000-0000-0000-000000000000}"/>
          </ac:spMkLst>
        </pc:spChg>
        <pc:picChg chg="add mod">
          <ac:chgData name="LAURENT Maxent OBS/CTIO" userId="3c929522-8ab4-4234-a382-2d0824bf165c" providerId="ADAL" clId="{24E6767A-BD69-479D-8A1D-A6FEDD5D893C}" dt="2024-12-17T15:45:48.887" v="1911" actId="1076"/>
          <ac:picMkLst>
            <pc:docMk/>
            <pc:sldMk cId="0" sldId="264"/>
            <ac:picMk id="4098" creationId="{EB8BC520-E9DC-3165-1161-1C495B2BE1BB}"/>
          </ac:picMkLst>
        </pc:picChg>
      </pc:sldChg>
      <pc:sldChg chg="addSp delSp modSp mod">
        <pc:chgData name="LAURENT Maxent OBS/CTIO" userId="3c929522-8ab4-4234-a382-2d0824bf165c" providerId="ADAL" clId="{24E6767A-BD69-479D-8A1D-A6FEDD5D893C}" dt="2024-12-20T10:30:11.830" v="1920" actId="478"/>
        <pc:sldMkLst>
          <pc:docMk/>
          <pc:sldMk cId="0" sldId="265"/>
        </pc:sldMkLst>
        <pc:spChg chg="del">
          <ac:chgData name="LAURENT Maxent OBS/CTIO" userId="3c929522-8ab4-4234-a382-2d0824bf165c" providerId="ADAL" clId="{24E6767A-BD69-479D-8A1D-A6FEDD5D893C}" dt="2024-12-20T10:30:11.830" v="1920" actId="478"/>
          <ac:spMkLst>
            <pc:docMk/>
            <pc:sldMk cId="0" sldId="265"/>
            <ac:spMk id="189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3:41:41.129" v="876" actId="478"/>
          <ac:spMkLst>
            <pc:docMk/>
            <pc:sldMk cId="0" sldId="265"/>
            <ac:spMk id="190" creationId="{00000000-0000-0000-0000-000000000000}"/>
          </ac:spMkLst>
        </pc:spChg>
        <pc:picChg chg="add mod">
          <ac:chgData name="LAURENT Maxent OBS/CTIO" userId="3c929522-8ab4-4234-a382-2d0824bf165c" providerId="ADAL" clId="{24E6767A-BD69-479D-8A1D-A6FEDD5D893C}" dt="2024-12-17T13:41:49.518" v="877" actId="1076"/>
          <ac:picMkLst>
            <pc:docMk/>
            <pc:sldMk cId="0" sldId="265"/>
            <ac:picMk id="2050" creationId="{3DDFBF3A-02D8-CE90-07BB-7255DB1EC630}"/>
          </ac:picMkLst>
        </pc:picChg>
      </pc:sldChg>
      <pc:sldChg chg="addSp delSp modSp mod">
        <pc:chgData name="LAURENT Maxent OBS/CTIO" userId="3c929522-8ab4-4234-a382-2d0824bf165c" providerId="ADAL" clId="{24E6767A-BD69-479D-8A1D-A6FEDD5D893C}" dt="2024-12-20T10:30:16.177" v="1921" actId="478"/>
        <pc:sldMkLst>
          <pc:docMk/>
          <pc:sldMk cId="0" sldId="266"/>
        </pc:sldMkLst>
        <pc:spChg chg="del">
          <ac:chgData name="LAURENT Maxent OBS/CTIO" userId="3c929522-8ab4-4234-a382-2d0824bf165c" providerId="ADAL" clId="{24E6767A-BD69-479D-8A1D-A6FEDD5D893C}" dt="2024-12-20T10:30:16.177" v="1921" actId="478"/>
          <ac:spMkLst>
            <pc:docMk/>
            <pc:sldMk cId="0" sldId="266"/>
            <ac:spMk id="196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6T14:53:09.728" v="846" actId="478"/>
          <ac:spMkLst>
            <pc:docMk/>
            <pc:sldMk cId="0" sldId="266"/>
            <ac:spMk id="197" creationId="{00000000-0000-0000-0000-000000000000}"/>
          </ac:spMkLst>
        </pc:spChg>
        <pc:picChg chg="add mod">
          <ac:chgData name="LAURENT Maxent OBS/CTIO" userId="3c929522-8ab4-4234-a382-2d0824bf165c" providerId="ADAL" clId="{24E6767A-BD69-479D-8A1D-A6FEDD5D893C}" dt="2024-12-16T14:53:59.235" v="855" actId="1076"/>
          <ac:picMkLst>
            <pc:docMk/>
            <pc:sldMk cId="0" sldId="266"/>
            <ac:picMk id="1026" creationId="{A544D454-16B4-A600-8E1B-61C720D0F0D0}"/>
          </ac:picMkLst>
        </pc:picChg>
      </pc:sldChg>
      <pc:sldChg chg="addSp delSp modSp mod">
        <pc:chgData name="LAURENT Maxent OBS/CTIO" userId="3c929522-8ab4-4234-a382-2d0824bf165c" providerId="ADAL" clId="{24E6767A-BD69-479D-8A1D-A6FEDD5D893C}" dt="2024-12-20T10:30:20.684" v="1923" actId="478"/>
        <pc:sldMkLst>
          <pc:docMk/>
          <pc:sldMk cId="0" sldId="267"/>
        </pc:sldMkLst>
        <pc:spChg chg="del mod">
          <ac:chgData name="LAURENT Maxent OBS/CTIO" userId="3c929522-8ab4-4234-a382-2d0824bf165c" providerId="ADAL" clId="{24E6767A-BD69-479D-8A1D-A6FEDD5D893C}" dt="2024-12-20T10:30:20.684" v="1923" actId="478"/>
          <ac:spMkLst>
            <pc:docMk/>
            <pc:sldMk cId="0" sldId="267"/>
            <ac:spMk id="203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3:43:15.174" v="880" actId="478"/>
          <ac:spMkLst>
            <pc:docMk/>
            <pc:sldMk cId="0" sldId="267"/>
            <ac:spMk id="204" creationId="{00000000-0000-0000-0000-000000000000}"/>
          </ac:spMkLst>
        </pc:spChg>
        <pc:picChg chg="add mod">
          <ac:chgData name="LAURENT Maxent OBS/CTIO" userId="3c929522-8ab4-4234-a382-2d0824bf165c" providerId="ADAL" clId="{24E6767A-BD69-479D-8A1D-A6FEDD5D893C}" dt="2024-12-17T14:09:38.094" v="1907" actId="1076"/>
          <ac:picMkLst>
            <pc:docMk/>
            <pc:sldMk cId="0" sldId="267"/>
            <ac:picMk id="3074" creationId="{4F5FECC6-D6D1-3B27-B8C3-7BAD9836F810}"/>
          </ac:picMkLst>
        </pc:picChg>
      </pc:sldChg>
      <pc:sldChg chg="addSp delSp modSp mod">
        <pc:chgData name="LAURENT Maxent OBS/CTIO" userId="3c929522-8ab4-4234-a382-2d0824bf165c" providerId="ADAL" clId="{24E6767A-BD69-479D-8A1D-A6FEDD5D893C}" dt="2024-12-17T15:48:26.807" v="1918" actId="1076"/>
        <pc:sldMkLst>
          <pc:docMk/>
          <pc:sldMk cId="0" sldId="268"/>
        </pc:sldMkLst>
        <pc:spChg chg="mod">
          <ac:chgData name="LAURENT Maxent OBS/CTIO" userId="3c929522-8ab4-4234-a382-2d0824bf165c" providerId="ADAL" clId="{24E6767A-BD69-479D-8A1D-A6FEDD5D893C}" dt="2024-12-17T13:44:18.551" v="884" actId="20577"/>
          <ac:spMkLst>
            <pc:docMk/>
            <pc:sldMk cId="0" sldId="268"/>
            <ac:spMk id="209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5:48:11.885" v="1913" actId="478"/>
          <ac:spMkLst>
            <pc:docMk/>
            <pc:sldMk cId="0" sldId="268"/>
            <ac:spMk id="210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17T15:48:08.845" v="1912" actId="478"/>
          <ac:spMkLst>
            <pc:docMk/>
            <pc:sldMk cId="0" sldId="268"/>
            <ac:spMk id="211" creationId="{00000000-0000-0000-0000-000000000000}"/>
          </ac:spMkLst>
        </pc:spChg>
        <pc:picChg chg="add mod">
          <ac:chgData name="LAURENT Maxent OBS/CTIO" userId="3c929522-8ab4-4234-a382-2d0824bf165c" providerId="ADAL" clId="{24E6767A-BD69-479D-8A1D-A6FEDD5D893C}" dt="2024-12-17T15:48:26.807" v="1918" actId="1076"/>
          <ac:picMkLst>
            <pc:docMk/>
            <pc:sldMk cId="0" sldId="268"/>
            <ac:picMk id="5122" creationId="{B30BBB4A-4F0D-6AD6-D40C-7B1351EE82E2}"/>
          </ac:picMkLst>
        </pc:picChg>
      </pc:sldChg>
      <pc:sldChg chg="delSp modSp mod">
        <pc:chgData name="LAURENT Maxent OBS/CTIO" userId="3c929522-8ab4-4234-a382-2d0824bf165c" providerId="ADAL" clId="{24E6767A-BD69-479D-8A1D-A6FEDD5D893C}" dt="2024-12-20T16:48:11.090" v="1930" actId="1076"/>
        <pc:sldMkLst>
          <pc:docMk/>
          <pc:sldMk cId="0" sldId="269"/>
        </pc:sldMkLst>
        <pc:spChg chg="mod">
          <ac:chgData name="LAURENT Maxent OBS/CTIO" userId="3c929522-8ab4-4234-a382-2d0824bf165c" providerId="ADAL" clId="{24E6767A-BD69-479D-8A1D-A6FEDD5D893C}" dt="2024-12-17T13:44:22.058" v="886" actId="20577"/>
          <ac:spMkLst>
            <pc:docMk/>
            <pc:sldMk cId="0" sldId="269"/>
            <ac:spMk id="216" creationId="{00000000-0000-0000-0000-000000000000}"/>
          </ac:spMkLst>
        </pc:spChg>
        <pc:spChg chg="mod">
          <ac:chgData name="LAURENT Maxent OBS/CTIO" userId="3c929522-8ab4-4234-a382-2d0824bf165c" providerId="ADAL" clId="{24E6767A-BD69-479D-8A1D-A6FEDD5D893C}" dt="2024-12-20T16:48:11.090" v="1930" actId="1076"/>
          <ac:spMkLst>
            <pc:docMk/>
            <pc:sldMk cId="0" sldId="269"/>
            <ac:spMk id="217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20T16:47:51.538" v="1928" actId="478"/>
          <ac:spMkLst>
            <pc:docMk/>
            <pc:sldMk cId="0" sldId="269"/>
            <ac:spMk id="218" creationId="{00000000-0000-0000-0000-000000000000}"/>
          </ac:spMkLst>
        </pc:spChg>
      </pc:sldChg>
      <pc:sldChg chg="delSp modSp del mod">
        <pc:chgData name="LAURENT Maxent OBS/CTIO" userId="3c929522-8ab4-4234-a382-2d0824bf165c" providerId="ADAL" clId="{24E6767A-BD69-479D-8A1D-A6FEDD5D893C}" dt="2025-01-02T14:35:11.874" v="1932" actId="47"/>
        <pc:sldMkLst>
          <pc:docMk/>
          <pc:sldMk cId="0" sldId="270"/>
        </pc:sldMkLst>
        <pc:spChg chg="mod">
          <ac:chgData name="LAURENT Maxent OBS/CTIO" userId="3c929522-8ab4-4234-a382-2d0824bf165c" providerId="ADAL" clId="{24E6767A-BD69-479D-8A1D-A6FEDD5D893C}" dt="2024-12-17T13:44:25.599" v="888" actId="20577"/>
          <ac:spMkLst>
            <pc:docMk/>
            <pc:sldMk cId="0" sldId="270"/>
            <ac:spMk id="223" creationId="{00000000-0000-0000-0000-000000000000}"/>
          </ac:spMkLst>
        </pc:spChg>
        <pc:spChg chg="del">
          <ac:chgData name="LAURENT Maxent OBS/CTIO" userId="3c929522-8ab4-4234-a382-2d0824bf165c" providerId="ADAL" clId="{24E6767A-BD69-479D-8A1D-A6FEDD5D893C}" dt="2024-12-20T16:48:18.708" v="1931" actId="478"/>
          <ac:spMkLst>
            <pc:docMk/>
            <pc:sldMk cId="0" sldId="270"/>
            <ac:spMk id="225" creationId="{00000000-0000-0000-0000-000000000000}"/>
          </ac:spMkLst>
        </pc:spChg>
      </pc:sldChg>
      <pc:sldChg chg="modSp mod">
        <pc:chgData name="LAURENT Maxent OBS/CTIO" userId="3c929522-8ab4-4234-a382-2d0824bf165c" providerId="ADAL" clId="{24E6767A-BD69-479D-8A1D-A6FEDD5D893C}" dt="2024-12-17T14:09:23.957" v="1906" actId="20577"/>
        <pc:sldMkLst>
          <pc:docMk/>
          <pc:sldMk cId="0" sldId="271"/>
        </pc:sldMkLst>
        <pc:spChg chg="mod">
          <ac:chgData name="LAURENT Maxent OBS/CTIO" userId="3c929522-8ab4-4234-a382-2d0824bf165c" providerId="ADAL" clId="{24E6767A-BD69-479D-8A1D-A6FEDD5D893C}" dt="2024-12-17T14:09:23.957" v="1906" actId="20577"/>
          <ac:spMkLst>
            <pc:docMk/>
            <pc:sldMk cId="0" sldId="271"/>
            <ac:spMk id="2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362FE27-C125-916A-6DCE-1A60D8ED24F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06D3A64-9B20-8D54-56D0-FBF1225B8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118" y="3551751"/>
            <a:ext cx="7041881" cy="3306249"/>
          </a:xfrm>
          <a:prstGeom prst="rect">
            <a:avLst/>
          </a:prstGeom>
        </p:spPr>
      </p:pic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Julien Laole</a:t>
            </a:r>
            <a:endParaRPr sz="280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FAO</a:t>
            </a:r>
            <a:endParaRPr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589933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800" dirty="0"/>
              <a:t>Nous menons une étude sur l’alimentation dans le monde et plus particulièrement sur la sous-nutrition et ses causes.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800" dirty="0"/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sz="2800" dirty="0"/>
              <a:t>Nous analysons 4 fichiers de données concernant l’aide alimentaire, la </a:t>
            </a:r>
            <a:r>
              <a:rPr lang="fr-FR" sz="2800" dirty="0" err="1"/>
              <a:t>disponibilté</a:t>
            </a:r>
            <a:r>
              <a:rPr lang="fr-FR" sz="2800" dirty="0"/>
              <a:t> alimentaire, les populations ainsi que la sous-nutrition.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Nous avons fait notre analyse à l’aide des données qui nous ont été fournies. Nous allons les présenter et les interpréter afin d’établir des conclusions ou des théories. Evidemment, ce projet respecte la RGPD.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3200" dirty="0"/>
              <a:t>En 2017, il y avait </a:t>
            </a:r>
            <a:r>
              <a:rPr lang="fr-FR" sz="3200" b="1" dirty="0"/>
              <a:t>536 700 000 </a:t>
            </a:r>
            <a:r>
              <a:rPr lang="fr-FR" sz="3200" dirty="0"/>
              <a:t>de personnes en état de sous-nutrition, soit </a:t>
            </a:r>
            <a:r>
              <a:rPr lang="fr-FR" sz="3200" b="1" dirty="0"/>
              <a:t>7,11 </a:t>
            </a:r>
            <a:r>
              <a:rPr lang="fr-FR" sz="3200" dirty="0"/>
              <a:t>% de la population mondiale.</a:t>
            </a:r>
            <a:endParaRPr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3200" dirty="0"/>
              <a:t>En ayant choisi </a:t>
            </a:r>
            <a:r>
              <a:rPr lang="fr-FR" sz="3200" b="1" dirty="0"/>
              <a:t>2 500 calories </a:t>
            </a:r>
            <a:r>
              <a:rPr lang="fr-FR" sz="3200" dirty="0"/>
              <a:t>en moyenne par jour pour nourrir un adulte, on pourrait nourrir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3200" dirty="0"/>
              <a:t>en théorie, grâce à la disponibilité alimentaire mondiale </a:t>
            </a:r>
            <a:r>
              <a:rPr lang="fr-FR" sz="3200" b="1" dirty="0"/>
              <a:t>8 367 593 844</a:t>
            </a:r>
            <a:r>
              <a:rPr lang="fr-FR" sz="3200" dirty="0"/>
              <a:t>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3200" dirty="0"/>
              <a:t>Soit </a:t>
            </a:r>
            <a:r>
              <a:rPr lang="fr-FR" sz="3200" b="1" dirty="0"/>
              <a:t>110,92 %</a:t>
            </a:r>
            <a:r>
              <a:rPr lang="fr-FR" sz="3200" dirty="0"/>
              <a:t> de la population mondiale. </a:t>
            </a:r>
            <a:endParaRPr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818712" y="2523944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3200" dirty="0"/>
              <a:t>Le nombre théorique de personnes qui pourraient être nourries, seulement grâce à la disponibilité alimentaire des produits végétaux, est de </a:t>
            </a:r>
            <a:r>
              <a:rPr lang="fr-FR" sz="3200" b="1" dirty="0"/>
              <a:t>6 904 305 679</a:t>
            </a:r>
            <a:r>
              <a:rPr lang="fr-FR" sz="3200" dirty="0"/>
              <a:t>. Soit,  </a:t>
            </a:r>
            <a:r>
              <a:rPr lang="fr-FR" sz="3200" b="1" dirty="0"/>
              <a:t>91.52 %</a:t>
            </a:r>
            <a:r>
              <a:rPr lang="fr-FR" sz="3200" dirty="0"/>
              <a:t> de la population mondiale.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4) Répartition de la disponibilité intérieure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6A879F-3DD9-D3C2-7162-58FE4C93A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762" y="2222287"/>
            <a:ext cx="6576473" cy="420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5) Part de l’utilisation des principales céréales entre l’alimentation humaine et animale</a:t>
            </a:r>
            <a:endParaRPr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AB5C9D5-D397-4FA4-929F-B37544F47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641091"/>
              </p:ext>
            </p:extLst>
          </p:nvPr>
        </p:nvGraphicFramePr>
        <p:xfrm>
          <a:off x="2016811" y="2593545"/>
          <a:ext cx="8158376" cy="3698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53638638"/>
                    </a:ext>
                  </a:extLst>
                </a:gridCol>
                <a:gridCol w="1668545">
                  <a:extLst>
                    <a:ext uri="{9D8B030D-6E8A-4147-A177-3AD203B41FA5}">
                      <a16:colId xmlns:a16="http://schemas.microsoft.com/office/drawing/2014/main" val="2308987543"/>
                    </a:ext>
                  </a:extLst>
                </a:gridCol>
                <a:gridCol w="1582655">
                  <a:extLst>
                    <a:ext uri="{9D8B030D-6E8A-4147-A177-3AD203B41FA5}">
                      <a16:colId xmlns:a16="http://schemas.microsoft.com/office/drawing/2014/main" val="20880317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4632466"/>
                    </a:ext>
                  </a:extLst>
                </a:gridCol>
                <a:gridCol w="1655976">
                  <a:extLst>
                    <a:ext uri="{9D8B030D-6E8A-4147-A177-3AD203B41FA5}">
                      <a16:colId xmlns:a16="http://schemas.microsoft.com/office/drawing/2014/main" val="1447383627"/>
                    </a:ext>
                  </a:extLst>
                </a:gridCol>
              </a:tblGrid>
              <a:tr h="669417">
                <a:tc>
                  <a:txBody>
                    <a:bodyPr/>
                    <a:lstStyle/>
                    <a:p>
                      <a:r>
                        <a:rPr lang="fr-FR" dirty="0"/>
                        <a:t>Céréale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Alimentation humaine (tonnes)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Part alimentation humaine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Alimentation animale (tonnes)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Part alimentation animale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373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Avoine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3 903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16 251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80,63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9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Blé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457 874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77,93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129 668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22,07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77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Maïs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125 184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18,65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546 116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81,35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6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Millet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23 040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87,45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12,55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95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Orge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6 794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6,83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92 658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93,17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7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Riz (Eq Blanchi)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377 286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91,82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33 594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8,18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33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Seigle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5 502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40,45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59,55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282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Sorgho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24 153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49,33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24 808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50,67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1880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8BC520-E9DC-3165-1161-1C495B2BE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235" y="2130458"/>
            <a:ext cx="6719527" cy="446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DFBF3A-02D8-CE90-07BB-7255DB1EC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936" y="2222287"/>
            <a:ext cx="6578125" cy="43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8) Évolution de l’aide alimentaire pour les 5 pays qui en ont le plus bénéficié entre 2013 et 2016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44D454-16B4-A600-8E1B-61C720D0F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929" y="2222287"/>
            <a:ext cx="7326142" cy="437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F5FECC6-D6D1-3B27-B8C3-7BAD9836F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167" y="2381423"/>
            <a:ext cx="5993663" cy="398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10) Liste des 10 pays qui ont la plus faible disponibilité alimentaire par habitant</a:t>
            </a: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30BBB4A-4F0D-6AD6-D40C-7B1351EE8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175" y="2384714"/>
            <a:ext cx="6059650" cy="402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11) Étude sur le manioc en Thaïlande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810000" y="2608786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b="1" dirty="0"/>
              <a:t>Sous-Nutrition</a:t>
            </a:r>
            <a:r>
              <a:rPr lang="fr-FR" sz="2000" dirty="0"/>
              <a:t> : 9,38 % de la population thaïlandaise est en état de sous-nutrition, indiquant un problème de sécurité alimentaire.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b="1" dirty="0"/>
              <a:t>Production de Manioc</a:t>
            </a:r>
            <a:r>
              <a:rPr lang="fr-FR" sz="2000" dirty="0"/>
              <a:t> : 30 228 tonnes produites, avec 25 214 tonnes exportées, limitant la disponibilité locale.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b="1" dirty="0"/>
              <a:t>Disponibilité Alimentaire</a:t>
            </a:r>
            <a:r>
              <a:rPr lang="fr-FR" sz="2000" dirty="0"/>
              <a:t> : 0,38 kg par habitant, insuffisant pour répondre aux besoins nutritionnels.</a:t>
            </a:r>
          </a:p>
          <a:p>
            <a:pPr marL="114300" indent="0">
              <a:buNone/>
            </a:pPr>
            <a:endParaRPr lang="fr-FR" sz="2000" b="1" dirty="0"/>
          </a:p>
          <a:p>
            <a:pPr marL="114300" indent="0">
              <a:buNone/>
            </a:pPr>
            <a:r>
              <a:rPr lang="fr-FR" sz="2000" b="1" dirty="0"/>
              <a:t>Conclusion :</a:t>
            </a:r>
          </a:p>
          <a:p>
            <a:pPr marL="114300" indent="0">
              <a:buNone/>
            </a:pPr>
            <a:r>
              <a:rPr lang="fr-FR" sz="2000" dirty="0"/>
              <a:t>La situation alimentaire en Thaïlande nécessite des actions pour améliorer l'accès à une alimentation adéquate et réduire la sous-nutrition.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1" y="2222287"/>
            <a:ext cx="10710269" cy="377316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3200" dirty="0"/>
              <a:t>La sous-nutrition à différentes causes et explications :</a:t>
            </a:r>
          </a:p>
          <a:p>
            <a:pPr marL="3429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3200" dirty="0"/>
              <a:t>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3200" dirty="0"/>
              <a:t>Mauvaise répartition de la disponibilité alimentaire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3200" dirty="0"/>
              <a:t>Divers soucis géopolitiques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3200" dirty="0"/>
              <a:t>Eléments naturels (catastrophes, climats …)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534</Words>
  <Application>Microsoft Office PowerPoint</Application>
  <PresentationFormat>Grand écran</PresentationFormat>
  <Paragraphs>83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Helvetica 75 Bold</vt:lpstr>
      <vt:lpstr>Arial</vt:lpstr>
      <vt:lpstr>Noto Sans Symbols</vt:lpstr>
      <vt:lpstr>Century Gothic</vt:lpstr>
      <vt:lpstr>Calibri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10) Liste des 10 pays qui ont la plus faible disponibilité alimentaire par habitant</vt:lpstr>
      <vt:lpstr>11) Étude sur le manioc en Thaïlande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Étude sur l’alimentation dans le monde</dc:title>
  <dc:creator>JeY jEy</dc:creator>
  <cp:lastModifiedBy>LAURENT Maxent OBS/CTIO</cp:lastModifiedBy>
  <cp:revision>1</cp:revision>
  <dcterms:created xsi:type="dcterms:W3CDTF">2023-03-17T20:58:30Z</dcterms:created>
  <dcterms:modified xsi:type="dcterms:W3CDTF">2025-01-02T14:35:22Z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Entre guillemets:3</vt:lpwstr>
  </property>
  <property fmtid="{D5CDD505-2E9C-101B-9397-08002B2CF9AE}" pid="4" name="ClassificationContentMarkingFooterText">
    <vt:lpwstr>Orange Restricted</vt:lpwstr>
  </property>
</Properties>
</file>