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9" r:id="rId23"/>
    <p:sldId id="266" r:id="rId24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6"/>
      <p:bold r:id="rId27"/>
    </p:embeddedFont>
    <p:embeddedFont>
      <p:font typeface="Helvetica 75 Bold" panose="020B0804020202020204" pitchFamily="34" charset="0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8B2C49-7AED-45B5-8911-6D567AB4AEF2}" v="1" dt="2025-02-14T13:36:01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1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T Maxent OBS/CTIO" userId="3c929522-8ab4-4234-a382-2d0824bf165c" providerId="ADAL" clId="{FD8B2C49-7AED-45B5-8911-6D567AB4AEF2}"/>
    <pc:docChg chg="custSel modSld">
      <pc:chgData name="LAURENT Maxent OBS/CTIO" userId="3c929522-8ab4-4234-a382-2d0824bf165c" providerId="ADAL" clId="{FD8B2C49-7AED-45B5-8911-6D567AB4AEF2}" dt="2025-03-05T14:27:04.364" v="727" actId="1076"/>
      <pc:docMkLst>
        <pc:docMk/>
      </pc:docMkLst>
      <pc:sldChg chg="addSp delSp modSp mod">
        <pc:chgData name="LAURENT Maxent OBS/CTIO" userId="3c929522-8ab4-4234-a382-2d0824bf165c" providerId="ADAL" clId="{FD8B2C49-7AED-45B5-8911-6D567AB4AEF2}" dt="2025-02-27T16:20:27.338" v="485" actId="478"/>
        <pc:sldMkLst>
          <pc:docMk/>
          <pc:sldMk cId="0" sldId="256"/>
        </pc:sldMkLst>
        <pc:spChg chg="add del mod">
          <ac:chgData name="LAURENT Maxent OBS/CTIO" userId="3c929522-8ab4-4234-a382-2d0824bf165c" providerId="ADAL" clId="{FD8B2C49-7AED-45B5-8911-6D567AB4AEF2}" dt="2025-02-27T16:20:27.338" v="485" actId="478"/>
          <ac:spMkLst>
            <pc:docMk/>
            <pc:sldMk cId="0" sldId="256"/>
            <ac:spMk id="3" creationId="{AAD35521-3C59-7B87-497E-3F95714FC15C}"/>
          </ac:spMkLst>
        </pc:spChg>
        <pc:spChg chg="mod">
          <ac:chgData name="LAURENT Maxent OBS/CTIO" userId="3c929522-8ab4-4234-a382-2d0824bf165c" providerId="ADAL" clId="{FD8B2C49-7AED-45B5-8911-6D567AB4AEF2}" dt="2025-02-21T11:50:21.012" v="414" actId="6549"/>
          <ac:spMkLst>
            <pc:docMk/>
            <pc:sldMk cId="0" sldId="256"/>
            <ac:spMk id="256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2-27T16:20:20.468" v="483" actId="478"/>
          <ac:spMkLst>
            <pc:docMk/>
            <pc:sldMk cId="0" sldId="256"/>
            <ac:spMk id="259" creationId="{00000000-0000-0000-0000-000000000000}"/>
          </ac:spMkLst>
        </pc:spChg>
        <pc:picChg chg="del">
          <ac:chgData name="LAURENT Maxent OBS/CTIO" userId="3c929522-8ab4-4234-a382-2d0824bf165c" providerId="ADAL" clId="{FD8B2C49-7AED-45B5-8911-6D567AB4AEF2}" dt="2025-02-27T16:20:24.360" v="484" actId="478"/>
          <ac:picMkLst>
            <pc:docMk/>
            <pc:sldMk cId="0" sldId="256"/>
            <ac:picMk id="253" creationId="{00000000-0000-0000-0000-000000000000}"/>
          </ac:picMkLst>
        </pc:picChg>
      </pc:sldChg>
      <pc:sldChg chg="delSp modSp mod">
        <pc:chgData name="LAURENT Maxent OBS/CTIO" userId="3c929522-8ab4-4234-a382-2d0824bf165c" providerId="ADAL" clId="{FD8B2C49-7AED-45B5-8911-6D567AB4AEF2}" dt="2025-03-05T10:43:28.074" v="712" actId="478"/>
        <pc:sldMkLst>
          <pc:docMk/>
          <pc:sldMk cId="0" sldId="257"/>
        </pc:sldMkLst>
        <pc:spChg chg="del mod">
          <ac:chgData name="LAURENT Maxent OBS/CTIO" userId="3c929522-8ab4-4234-a382-2d0824bf165c" providerId="ADAL" clId="{FD8B2C49-7AED-45B5-8911-6D567AB4AEF2}" dt="2025-03-05T10:43:28.074" v="712" actId="478"/>
          <ac:spMkLst>
            <pc:docMk/>
            <pc:sldMk cId="0" sldId="257"/>
            <ac:spMk id="266" creationId="{00000000-0000-0000-0000-000000000000}"/>
          </ac:spMkLst>
        </pc:spChg>
        <pc:spChg chg="mod">
          <ac:chgData name="LAURENT Maxent OBS/CTIO" userId="3c929522-8ab4-4234-a382-2d0824bf165c" providerId="ADAL" clId="{FD8B2C49-7AED-45B5-8911-6D567AB4AEF2}" dt="2025-02-14T12:45:29.961" v="137" actId="5793"/>
          <ac:spMkLst>
            <pc:docMk/>
            <pc:sldMk cId="0" sldId="257"/>
            <ac:spMk id="267" creationId="{00000000-0000-0000-0000-000000000000}"/>
          </ac:spMkLst>
        </pc:spChg>
      </pc:sldChg>
      <pc:sldChg chg="modSp mod">
        <pc:chgData name="LAURENT Maxent OBS/CTIO" userId="3c929522-8ab4-4234-a382-2d0824bf165c" providerId="ADAL" clId="{FD8B2C49-7AED-45B5-8911-6D567AB4AEF2}" dt="2025-02-14T12:59:06.217" v="369" actId="5793"/>
        <pc:sldMkLst>
          <pc:docMk/>
          <pc:sldMk cId="0" sldId="258"/>
        </pc:sldMkLst>
        <pc:spChg chg="mod">
          <ac:chgData name="LAURENT Maxent OBS/CTIO" userId="3c929522-8ab4-4234-a382-2d0824bf165c" providerId="ADAL" clId="{FD8B2C49-7AED-45B5-8911-6D567AB4AEF2}" dt="2025-02-14T12:59:06.217" v="369" actId="5793"/>
          <ac:spMkLst>
            <pc:docMk/>
            <pc:sldMk cId="0" sldId="258"/>
            <ac:spMk id="277" creationId="{00000000-0000-0000-0000-000000000000}"/>
          </ac:spMkLst>
        </pc:spChg>
      </pc:sldChg>
      <pc:sldChg chg="modSp mod">
        <pc:chgData name="LAURENT Maxent OBS/CTIO" userId="3c929522-8ab4-4234-a382-2d0824bf165c" providerId="ADAL" clId="{FD8B2C49-7AED-45B5-8911-6D567AB4AEF2}" dt="2025-03-05T10:43:01.574" v="711" actId="20577"/>
        <pc:sldMkLst>
          <pc:docMk/>
          <pc:sldMk cId="0" sldId="259"/>
        </pc:sldMkLst>
        <pc:spChg chg="mod">
          <ac:chgData name="LAURENT Maxent OBS/CTIO" userId="3c929522-8ab4-4234-a382-2d0824bf165c" providerId="ADAL" clId="{FD8B2C49-7AED-45B5-8911-6D567AB4AEF2}" dt="2025-03-05T10:43:01.574" v="711" actId="20577"/>
          <ac:spMkLst>
            <pc:docMk/>
            <pc:sldMk cId="0" sldId="259"/>
            <ac:spMk id="286" creationId="{00000000-0000-0000-0000-000000000000}"/>
          </ac:spMkLst>
        </pc:spChg>
      </pc:sldChg>
      <pc:sldChg chg="addSp delSp modSp mod">
        <pc:chgData name="LAURENT Maxent OBS/CTIO" userId="3c929522-8ab4-4234-a382-2d0824bf165c" providerId="ADAL" clId="{FD8B2C49-7AED-45B5-8911-6D567AB4AEF2}" dt="2025-02-14T13:30:30.814" v="379" actId="478"/>
        <pc:sldMkLst>
          <pc:docMk/>
          <pc:sldMk cId="0" sldId="260"/>
        </pc:sldMkLst>
        <pc:spChg chg="add del mod">
          <ac:chgData name="LAURENT Maxent OBS/CTIO" userId="3c929522-8ab4-4234-a382-2d0824bf165c" providerId="ADAL" clId="{FD8B2C49-7AED-45B5-8911-6D567AB4AEF2}" dt="2025-02-14T13:30:30.814" v="379" actId="478"/>
          <ac:spMkLst>
            <pc:docMk/>
            <pc:sldMk cId="0" sldId="260"/>
            <ac:spMk id="3" creationId="{3A41BB0E-B303-A49A-9B31-A7587285EBB2}"/>
          </ac:spMkLst>
        </pc:spChg>
        <pc:spChg chg="del">
          <ac:chgData name="LAURENT Maxent OBS/CTIO" userId="3c929522-8ab4-4234-a382-2d0824bf165c" providerId="ADAL" clId="{FD8B2C49-7AED-45B5-8911-6D567AB4AEF2}" dt="2025-02-14T13:29:47.617" v="370" actId="478"/>
          <ac:spMkLst>
            <pc:docMk/>
            <pc:sldMk cId="0" sldId="260"/>
            <ac:spMk id="295" creationId="{00000000-0000-0000-0000-000000000000}"/>
          </ac:spMkLst>
        </pc:spChg>
        <pc:picChg chg="add mod ord">
          <ac:chgData name="LAURENT Maxent OBS/CTIO" userId="3c929522-8ab4-4234-a382-2d0824bf165c" providerId="ADAL" clId="{FD8B2C49-7AED-45B5-8911-6D567AB4AEF2}" dt="2025-02-14T13:30:21.575" v="377" actId="171"/>
          <ac:picMkLst>
            <pc:docMk/>
            <pc:sldMk cId="0" sldId="260"/>
            <ac:picMk id="5" creationId="{023BE7D6-9651-046F-C00E-1C5B1584C3B2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2-14T13:36:21.109" v="384" actId="478"/>
        <pc:sldMkLst>
          <pc:docMk/>
          <pc:sldMk cId="0" sldId="261"/>
        </pc:sldMkLst>
        <pc:spChg chg="add del mod">
          <ac:chgData name="LAURENT Maxent OBS/CTIO" userId="3c929522-8ab4-4234-a382-2d0824bf165c" providerId="ADAL" clId="{FD8B2C49-7AED-45B5-8911-6D567AB4AEF2}" dt="2025-02-14T13:36:21.109" v="384" actId="478"/>
          <ac:spMkLst>
            <pc:docMk/>
            <pc:sldMk cId="0" sldId="261"/>
            <ac:spMk id="5" creationId="{7440B519-8710-C33A-AA05-1825D8E60CF2}"/>
          </ac:spMkLst>
        </pc:spChg>
        <pc:spChg chg="del">
          <ac:chgData name="LAURENT Maxent OBS/CTIO" userId="3c929522-8ab4-4234-a382-2d0824bf165c" providerId="ADAL" clId="{FD8B2C49-7AED-45B5-8911-6D567AB4AEF2}" dt="2025-02-14T13:36:16.396" v="383" actId="478"/>
          <ac:spMkLst>
            <pc:docMk/>
            <pc:sldMk cId="0" sldId="261"/>
            <ac:spMk id="304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2-14T13:36:12.449" v="382" actId="1076"/>
          <ac:picMkLst>
            <pc:docMk/>
            <pc:sldMk cId="0" sldId="261"/>
            <ac:picMk id="3" creationId="{1E724754-7FCA-C540-85D7-DD7F0AF34927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2-14T13:39:26.889" v="396" actId="1076"/>
        <pc:sldMkLst>
          <pc:docMk/>
          <pc:sldMk cId="0" sldId="262"/>
        </pc:sldMkLst>
        <pc:spChg chg="add del mod">
          <ac:chgData name="LAURENT Maxent OBS/CTIO" userId="3c929522-8ab4-4234-a382-2d0824bf165c" providerId="ADAL" clId="{FD8B2C49-7AED-45B5-8911-6D567AB4AEF2}" dt="2025-02-14T13:36:45.258" v="386" actId="478"/>
          <ac:spMkLst>
            <pc:docMk/>
            <pc:sldMk cId="0" sldId="262"/>
            <ac:spMk id="3" creationId="{E86BE625-6BEF-BDED-4C17-777609D35C20}"/>
          </ac:spMkLst>
        </pc:spChg>
        <pc:spChg chg="mod">
          <ac:chgData name="LAURENT Maxent OBS/CTIO" userId="3c929522-8ab4-4234-a382-2d0824bf165c" providerId="ADAL" clId="{FD8B2C49-7AED-45B5-8911-6D567AB4AEF2}" dt="2025-02-14T10:57:00.913" v="0" actId="1076"/>
          <ac:spMkLst>
            <pc:docMk/>
            <pc:sldMk cId="0" sldId="262"/>
            <ac:spMk id="312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2-14T13:36:41.369" v="385" actId="478"/>
          <ac:spMkLst>
            <pc:docMk/>
            <pc:sldMk cId="0" sldId="262"/>
            <ac:spMk id="313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2-14T13:39:26.889" v="396" actId="1076"/>
          <ac:picMkLst>
            <pc:docMk/>
            <pc:sldMk cId="0" sldId="262"/>
            <ac:picMk id="5" creationId="{DAA94EDE-D466-4440-611C-F175CBCA97E7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3-05T13:47:44.786" v="720" actId="1076"/>
        <pc:sldMkLst>
          <pc:docMk/>
          <pc:sldMk cId="0" sldId="263"/>
        </pc:sldMkLst>
        <pc:spChg chg="add del mod">
          <ac:chgData name="LAURENT Maxent OBS/CTIO" userId="3c929522-8ab4-4234-a382-2d0824bf165c" providerId="ADAL" clId="{FD8B2C49-7AED-45B5-8911-6D567AB4AEF2}" dt="2025-03-05T13:47:07.500" v="714" actId="478"/>
          <ac:spMkLst>
            <pc:docMk/>
            <pc:sldMk cId="0" sldId="263"/>
            <ac:spMk id="3" creationId="{D2893C09-24A4-75FE-094E-6B302212FBB3}"/>
          </ac:spMkLst>
        </pc:spChg>
        <pc:spChg chg="mod">
          <ac:chgData name="LAURENT Maxent OBS/CTIO" userId="3c929522-8ab4-4234-a382-2d0824bf165c" providerId="ADAL" clId="{FD8B2C49-7AED-45B5-8911-6D567AB4AEF2}" dt="2025-02-14T10:57:15.756" v="1" actId="1076"/>
          <ac:spMkLst>
            <pc:docMk/>
            <pc:sldMk cId="0" sldId="263"/>
            <ac:spMk id="321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3-05T13:47:02.689" v="713" actId="478"/>
          <ac:spMkLst>
            <pc:docMk/>
            <pc:sldMk cId="0" sldId="263"/>
            <ac:spMk id="322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3-05T13:47:16.093" v="718" actId="1076"/>
          <ac:picMkLst>
            <pc:docMk/>
            <pc:sldMk cId="0" sldId="263"/>
            <ac:picMk id="5" creationId="{65FFA23E-5621-464B-E7EF-9BB861698839}"/>
          </ac:picMkLst>
        </pc:picChg>
        <pc:picChg chg="add mod">
          <ac:chgData name="LAURENT Maxent OBS/CTIO" userId="3c929522-8ab4-4234-a382-2d0824bf165c" providerId="ADAL" clId="{FD8B2C49-7AED-45B5-8911-6D567AB4AEF2}" dt="2025-03-05T13:47:44.786" v="720" actId="1076"/>
          <ac:picMkLst>
            <pc:docMk/>
            <pc:sldMk cId="0" sldId="263"/>
            <ac:picMk id="7" creationId="{F0B341F7-E631-A7B9-44C1-46BB98B0BC83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2-28T15:16:50.068" v="493" actId="14100"/>
        <pc:sldMkLst>
          <pc:docMk/>
          <pc:sldMk cId="0" sldId="265"/>
        </pc:sldMkLst>
        <pc:spChg chg="mod">
          <ac:chgData name="LAURENT Maxent OBS/CTIO" userId="3c929522-8ab4-4234-a382-2d0824bf165c" providerId="ADAL" clId="{FD8B2C49-7AED-45B5-8911-6D567AB4AEF2}" dt="2025-02-21T13:25:19.788" v="415"/>
          <ac:spMkLst>
            <pc:docMk/>
            <pc:sldMk cId="0" sldId="265"/>
            <ac:spMk id="344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2-28T15:15:31.426" v="486" actId="478"/>
          <ac:spMkLst>
            <pc:docMk/>
            <pc:sldMk cId="0" sldId="265"/>
            <ac:spMk id="345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2-28T15:16:50.068" v="493" actId="14100"/>
          <ac:picMkLst>
            <pc:docMk/>
            <pc:sldMk cId="0" sldId="265"/>
            <ac:picMk id="3" creationId="{0898892F-7528-C602-6001-2E52AA36A085}"/>
          </ac:picMkLst>
        </pc:picChg>
        <pc:picChg chg="add mod">
          <ac:chgData name="LAURENT Maxent OBS/CTIO" userId="3c929522-8ab4-4234-a382-2d0824bf165c" providerId="ADAL" clId="{FD8B2C49-7AED-45B5-8911-6D567AB4AEF2}" dt="2025-02-28T15:16:47.546" v="492" actId="1076"/>
          <ac:picMkLst>
            <pc:docMk/>
            <pc:sldMk cId="0" sldId="265"/>
            <ac:picMk id="5" creationId="{FDE0196D-C581-14BB-9EFF-9D5835ED0C24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2-28T15:21:13.610" v="503" actId="1076"/>
        <pc:sldMkLst>
          <pc:docMk/>
          <pc:sldMk cId="3627434046" sldId="267"/>
        </pc:sldMkLst>
        <pc:spChg chg="mod">
          <ac:chgData name="LAURENT Maxent OBS/CTIO" userId="3c929522-8ab4-4234-a382-2d0824bf165c" providerId="ADAL" clId="{FD8B2C49-7AED-45B5-8911-6D567AB4AEF2}" dt="2025-02-21T13:51:37.945" v="477"/>
          <ac:spMkLst>
            <pc:docMk/>
            <pc:sldMk cId="3627434046" sldId="267"/>
            <ac:spMk id="344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2-21T13:51:40.119" v="478" actId="478"/>
          <ac:spMkLst>
            <pc:docMk/>
            <pc:sldMk cId="3627434046" sldId="267"/>
            <ac:spMk id="345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2-28T15:20:18.757" v="500" actId="1076"/>
          <ac:picMkLst>
            <pc:docMk/>
            <pc:sldMk cId="3627434046" sldId="267"/>
            <ac:picMk id="3" creationId="{C88A84A9-8632-B7C4-78B4-E32E59EC55AF}"/>
          </ac:picMkLst>
        </pc:picChg>
        <pc:picChg chg="add mod">
          <ac:chgData name="LAURENT Maxent OBS/CTIO" userId="3c929522-8ab4-4234-a382-2d0824bf165c" providerId="ADAL" clId="{FD8B2C49-7AED-45B5-8911-6D567AB4AEF2}" dt="2025-02-28T15:21:13.610" v="503" actId="1076"/>
          <ac:picMkLst>
            <pc:docMk/>
            <pc:sldMk cId="3627434046" sldId="267"/>
            <ac:picMk id="5" creationId="{0FECBFBB-0D2F-9941-AB8F-F74A965316F9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2-21T13:38:46.880" v="429" actId="1076"/>
        <pc:sldMkLst>
          <pc:docMk/>
          <pc:sldMk cId="3772445868" sldId="268"/>
        </pc:sldMkLst>
        <pc:spChg chg="mod">
          <ac:chgData name="LAURENT Maxent OBS/CTIO" userId="3c929522-8ab4-4234-a382-2d0824bf165c" providerId="ADAL" clId="{FD8B2C49-7AED-45B5-8911-6D567AB4AEF2}" dt="2025-02-21T13:36:45.641" v="416"/>
          <ac:spMkLst>
            <pc:docMk/>
            <pc:sldMk cId="3772445868" sldId="268"/>
            <ac:spMk id="344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2-21T13:37:41.237" v="422" actId="478"/>
          <ac:spMkLst>
            <pc:docMk/>
            <pc:sldMk cId="3772445868" sldId="268"/>
            <ac:spMk id="345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2-21T13:38:36.561" v="427" actId="1076"/>
          <ac:picMkLst>
            <pc:docMk/>
            <pc:sldMk cId="3772445868" sldId="268"/>
            <ac:picMk id="3" creationId="{F3C13629-7F2A-A081-B68B-C7500E32533A}"/>
          </ac:picMkLst>
        </pc:picChg>
        <pc:picChg chg="add mod">
          <ac:chgData name="LAURENT Maxent OBS/CTIO" userId="3c929522-8ab4-4234-a382-2d0824bf165c" providerId="ADAL" clId="{FD8B2C49-7AED-45B5-8911-6D567AB4AEF2}" dt="2025-02-21T13:38:46.880" v="429" actId="1076"/>
          <ac:picMkLst>
            <pc:docMk/>
            <pc:sldMk cId="3772445868" sldId="268"/>
            <ac:picMk id="5" creationId="{D0788764-B337-970F-14F1-38F04016938F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2-21T13:50:59.484" v="476" actId="1076"/>
        <pc:sldMkLst>
          <pc:docMk/>
          <pc:sldMk cId="1499265276" sldId="269"/>
        </pc:sldMkLst>
        <pc:spChg chg="mod">
          <ac:chgData name="LAURENT Maxent OBS/CTIO" userId="3c929522-8ab4-4234-a382-2d0824bf165c" providerId="ADAL" clId="{FD8B2C49-7AED-45B5-8911-6D567AB4AEF2}" dt="2025-02-21T13:49:22.014" v="468"/>
          <ac:spMkLst>
            <pc:docMk/>
            <pc:sldMk cId="1499265276" sldId="269"/>
            <ac:spMk id="344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2-21T13:49:27.813" v="469" actId="478"/>
          <ac:spMkLst>
            <pc:docMk/>
            <pc:sldMk cId="1499265276" sldId="269"/>
            <ac:spMk id="345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2-21T13:50:59.484" v="476" actId="1076"/>
          <ac:picMkLst>
            <pc:docMk/>
            <pc:sldMk cId="1499265276" sldId="269"/>
            <ac:picMk id="3" creationId="{8A53070A-5D8F-C232-D2F3-9DBAFC0FE046}"/>
          </ac:picMkLst>
        </pc:picChg>
        <pc:picChg chg="add mod">
          <ac:chgData name="LAURENT Maxent OBS/CTIO" userId="3c929522-8ab4-4234-a382-2d0824bf165c" providerId="ADAL" clId="{FD8B2C49-7AED-45B5-8911-6D567AB4AEF2}" dt="2025-02-21T13:50:53.119" v="475" actId="1076"/>
          <ac:picMkLst>
            <pc:docMk/>
            <pc:sldMk cId="1499265276" sldId="269"/>
            <ac:picMk id="5" creationId="{D33240B5-5CF6-956F-C9BB-00DFAF0411F0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2-21T13:40:45.801" v="439" actId="1076"/>
        <pc:sldMkLst>
          <pc:docMk/>
          <pc:sldMk cId="2728150187" sldId="270"/>
        </pc:sldMkLst>
        <pc:spChg chg="mod">
          <ac:chgData name="LAURENT Maxent OBS/CTIO" userId="3c929522-8ab4-4234-a382-2d0824bf165c" providerId="ADAL" clId="{FD8B2C49-7AED-45B5-8911-6D567AB4AEF2}" dt="2025-02-21T13:40:11.496" v="437" actId="20577"/>
          <ac:spMkLst>
            <pc:docMk/>
            <pc:sldMk cId="2728150187" sldId="270"/>
            <ac:spMk id="344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2-21T13:39:41.213" v="430" actId="478"/>
          <ac:spMkLst>
            <pc:docMk/>
            <pc:sldMk cId="2728150187" sldId="270"/>
            <ac:spMk id="345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2-21T13:39:51.476" v="435" actId="1076"/>
          <ac:picMkLst>
            <pc:docMk/>
            <pc:sldMk cId="2728150187" sldId="270"/>
            <ac:picMk id="3" creationId="{7DD9F0B0-EEDE-CAAF-D445-FC6E386BE1FE}"/>
          </ac:picMkLst>
        </pc:picChg>
        <pc:picChg chg="add mod">
          <ac:chgData name="LAURENT Maxent OBS/CTIO" userId="3c929522-8ab4-4234-a382-2d0824bf165c" providerId="ADAL" clId="{FD8B2C49-7AED-45B5-8911-6D567AB4AEF2}" dt="2025-02-21T13:40:45.801" v="439" actId="1076"/>
          <ac:picMkLst>
            <pc:docMk/>
            <pc:sldMk cId="2728150187" sldId="270"/>
            <ac:picMk id="5" creationId="{8066F6B0-FD4E-9E75-7A87-187E1225E006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2-21T13:42:22.043" v="448" actId="1076"/>
        <pc:sldMkLst>
          <pc:docMk/>
          <pc:sldMk cId="966905543" sldId="271"/>
        </pc:sldMkLst>
        <pc:spChg chg="mod">
          <ac:chgData name="LAURENT Maxent OBS/CTIO" userId="3c929522-8ab4-4234-a382-2d0824bf165c" providerId="ADAL" clId="{FD8B2C49-7AED-45B5-8911-6D567AB4AEF2}" dt="2025-02-21T13:41:18.724" v="440"/>
          <ac:spMkLst>
            <pc:docMk/>
            <pc:sldMk cId="966905543" sldId="271"/>
            <ac:spMk id="344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2-21T13:41:22.032" v="441" actId="478"/>
          <ac:spMkLst>
            <pc:docMk/>
            <pc:sldMk cId="966905543" sldId="271"/>
            <ac:spMk id="345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2-21T13:41:58.984" v="446" actId="1076"/>
          <ac:picMkLst>
            <pc:docMk/>
            <pc:sldMk cId="966905543" sldId="271"/>
            <ac:picMk id="3" creationId="{2E31B375-1075-8217-A1B4-47484B2499D7}"/>
          </ac:picMkLst>
        </pc:picChg>
        <pc:picChg chg="add mod">
          <ac:chgData name="LAURENT Maxent OBS/CTIO" userId="3c929522-8ab4-4234-a382-2d0824bf165c" providerId="ADAL" clId="{FD8B2C49-7AED-45B5-8911-6D567AB4AEF2}" dt="2025-02-21T13:42:22.043" v="448" actId="1076"/>
          <ac:picMkLst>
            <pc:docMk/>
            <pc:sldMk cId="966905543" sldId="271"/>
            <ac:picMk id="5" creationId="{24844AA1-8A6E-6CAF-F96D-B35F86C46E0E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3-05T14:27:04.364" v="727" actId="1076"/>
        <pc:sldMkLst>
          <pc:docMk/>
          <pc:sldMk cId="2641196426" sldId="272"/>
        </pc:sldMkLst>
        <pc:spChg chg="mod">
          <ac:chgData name="LAURENT Maxent OBS/CTIO" userId="3c929522-8ab4-4234-a382-2d0824bf165c" providerId="ADAL" clId="{FD8B2C49-7AED-45B5-8911-6D567AB4AEF2}" dt="2025-02-21T13:52:01.922" v="479"/>
          <ac:spMkLst>
            <pc:docMk/>
            <pc:sldMk cId="2641196426" sldId="272"/>
            <ac:spMk id="344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3-05T13:48:01.085" v="721" actId="478"/>
          <ac:spMkLst>
            <pc:docMk/>
            <pc:sldMk cId="2641196426" sldId="272"/>
            <ac:spMk id="345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3-05T13:48:35.190" v="724" actId="1076"/>
          <ac:picMkLst>
            <pc:docMk/>
            <pc:sldMk cId="2641196426" sldId="272"/>
            <ac:picMk id="3" creationId="{EBD61AD4-CBCB-BB41-883E-825CB101264E}"/>
          </ac:picMkLst>
        </pc:picChg>
        <pc:picChg chg="add mod">
          <ac:chgData name="LAURENT Maxent OBS/CTIO" userId="3c929522-8ab4-4234-a382-2d0824bf165c" providerId="ADAL" clId="{FD8B2C49-7AED-45B5-8911-6D567AB4AEF2}" dt="2025-03-05T14:27:04.364" v="727" actId="1076"/>
          <ac:picMkLst>
            <pc:docMk/>
            <pc:sldMk cId="2641196426" sldId="272"/>
            <ac:picMk id="5" creationId="{E07AB786-385E-4D2F-38B4-07787F422521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2-28T15:48:18.170" v="510" actId="1076"/>
        <pc:sldMkLst>
          <pc:docMk/>
          <pc:sldMk cId="3136001853" sldId="273"/>
        </pc:sldMkLst>
        <pc:spChg chg="mod">
          <ac:chgData name="LAURENT Maxent OBS/CTIO" userId="3c929522-8ab4-4234-a382-2d0824bf165c" providerId="ADAL" clId="{FD8B2C49-7AED-45B5-8911-6D567AB4AEF2}" dt="2025-02-21T13:52:14.508" v="480"/>
          <ac:spMkLst>
            <pc:docMk/>
            <pc:sldMk cId="3136001853" sldId="273"/>
            <ac:spMk id="344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2-28T15:47:22.903" v="504" actId="478"/>
          <ac:spMkLst>
            <pc:docMk/>
            <pc:sldMk cId="3136001853" sldId="273"/>
            <ac:spMk id="345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2-28T15:47:44.654" v="508" actId="1076"/>
          <ac:picMkLst>
            <pc:docMk/>
            <pc:sldMk cId="3136001853" sldId="273"/>
            <ac:picMk id="3" creationId="{C0521CA1-1B00-5537-7FB0-8BD82E111684}"/>
          </ac:picMkLst>
        </pc:picChg>
        <pc:picChg chg="add mod">
          <ac:chgData name="LAURENT Maxent OBS/CTIO" userId="3c929522-8ab4-4234-a382-2d0824bf165c" providerId="ADAL" clId="{FD8B2C49-7AED-45B5-8911-6D567AB4AEF2}" dt="2025-02-28T15:48:18.170" v="510" actId="1076"/>
          <ac:picMkLst>
            <pc:docMk/>
            <pc:sldMk cId="3136001853" sldId="273"/>
            <ac:picMk id="5" creationId="{8972055C-9DC7-A878-710F-12A9ACEC71BB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2-21T13:45:56.032" v="460" actId="1076"/>
        <pc:sldMkLst>
          <pc:docMk/>
          <pc:sldMk cId="2374171185" sldId="274"/>
        </pc:sldMkLst>
        <pc:spChg chg="mod">
          <ac:chgData name="LAURENT Maxent OBS/CTIO" userId="3c929522-8ab4-4234-a382-2d0824bf165c" providerId="ADAL" clId="{FD8B2C49-7AED-45B5-8911-6D567AB4AEF2}" dt="2025-02-21T13:44:24.119" v="450" actId="20577"/>
          <ac:spMkLst>
            <pc:docMk/>
            <pc:sldMk cId="2374171185" sldId="274"/>
            <ac:spMk id="344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2-21T13:44:26.378" v="451" actId="478"/>
          <ac:spMkLst>
            <pc:docMk/>
            <pc:sldMk cId="2374171185" sldId="274"/>
            <ac:spMk id="345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2-21T13:45:15.962" v="455" actId="1076"/>
          <ac:picMkLst>
            <pc:docMk/>
            <pc:sldMk cId="2374171185" sldId="274"/>
            <ac:picMk id="3" creationId="{8AFC95F3-8572-65AB-B53C-8A509D394651}"/>
          </ac:picMkLst>
        </pc:picChg>
        <pc:picChg chg="add mod">
          <ac:chgData name="LAURENT Maxent OBS/CTIO" userId="3c929522-8ab4-4234-a382-2d0824bf165c" providerId="ADAL" clId="{FD8B2C49-7AED-45B5-8911-6D567AB4AEF2}" dt="2025-02-21T13:45:56.032" v="460" actId="1076"/>
          <ac:picMkLst>
            <pc:docMk/>
            <pc:sldMk cId="2374171185" sldId="274"/>
            <ac:picMk id="5" creationId="{18040B21-186C-10FB-8443-16F93CBB41F3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2-28T15:52:59.513" v="523" actId="14100"/>
        <pc:sldMkLst>
          <pc:docMk/>
          <pc:sldMk cId="2191692512" sldId="275"/>
        </pc:sldMkLst>
        <pc:spChg chg="mod">
          <ac:chgData name="LAURENT Maxent OBS/CTIO" userId="3c929522-8ab4-4234-a382-2d0824bf165c" providerId="ADAL" clId="{FD8B2C49-7AED-45B5-8911-6D567AB4AEF2}" dt="2025-02-21T13:52:30.168" v="481"/>
          <ac:spMkLst>
            <pc:docMk/>
            <pc:sldMk cId="2191692512" sldId="275"/>
            <ac:spMk id="344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2-28T15:48:51.203" v="511" actId="478"/>
          <ac:spMkLst>
            <pc:docMk/>
            <pc:sldMk cId="2191692512" sldId="275"/>
            <ac:spMk id="345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2-28T15:50:56.546" v="516" actId="1076"/>
          <ac:picMkLst>
            <pc:docMk/>
            <pc:sldMk cId="2191692512" sldId="275"/>
            <ac:picMk id="3" creationId="{D8636831-9EE2-0E83-7C71-2A6DCACACEE3}"/>
          </ac:picMkLst>
        </pc:picChg>
        <pc:picChg chg="add mod">
          <ac:chgData name="LAURENT Maxent OBS/CTIO" userId="3c929522-8ab4-4234-a382-2d0824bf165c" providerId="ADAL" clId="{FD8B2C49-7AED-45B5-8911-6D567AB4AEF2}" dt="2025-02-28T15:52:03.993" v="519" actId="1076"/>
          <ac:picMkLst>
            <pc:docMk/>
            <pc:sldMk cId="2191692512" sldId="275"/>
            <ac:picMk id="5" creationId="{9802AF4B-E7D6-7201-E439-9C4741463BAB}"/>
          </ac:picMkLst>
        </pc:picChg>
        <pc:picChg chg="add mod">
          <ac:chgData name="LAURENT Maxent OBS/CTIO" userId="3c929522-8ab4-4234-a382-2d0824bf165c" providerId="ADAL" clId="{FD8B2C49-7AED-45B5-8911-6D567AB4AEF2}" dt="2025-02-28T15:52:59.513" v="523" actId="14100"/>
          <ac:picMkLst>
            <pc:docMk/>
            <pc:sldMk cId="2191692512" sldId="275"/>
            <ac:picMk id="7" creationId="{363AB90C-BB7C-D5EF-A2A0-764A799D977C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2-21T13:47:58.094" v="467" actId="1076"/>
        <pc:sldMkLst>
          <pc:docMk/>
          <pc:sldMk cId="3058916509" sldId="276"/>
        </pc:sldMkLst>
        <pc:spChg chg="mod">
          <ac:chgData name="LAURENT Maxent OBS/CTIO" userId="3c929522-8ab4-4234-a382-2d0824bf165c" providerId="ADAL" clId="{FD8B2C49-7AED-45B5-8911-6D567AB4AEF2}" dt="2025-02-21T13:46:31.523" v="461"/>
          <ac:spMkLst>
            <pc:docMk/>
            <pc:sldMk cId="3058916509" sldId="276"/>
            <ac:spMk id="344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2-21T13:46:34.564" v="462" actId="478"/>
          <ac:spMkLst>
            <pc:docMk/>
            <pc:sldMk cId="3058916509" sldId="276"/>
            <ac:spMk id="345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2-21T13:47:21.958" v="465" actId="1076"/>
          <ac:picMkLst>
            <pc:docMk/>
            <pc:sldMk cId="3058916509" sldId="276"/>
            <ac:picMk id="3" creationId="{BFB8DAE3-8A6D-C338-A6B6-EC54B5A8E821}"/>
          </ac:picMkLst>
        </pc:picChg>
        <pc:picChg chg="add mod">
          <ac:chgData name="LAURENT Maxent OBS/CTIO" userId="3c929522-8ab4-4234-a382-2d0824bf165c" providerId="ADAL" clId="{FD8B2C49-7AED-45B5-8911-6D567AB4AEF2}" dt="2025-02-21T13:47:58.094" v="467" actId="1076"/>
          <ac:picMkLst>
            <pc:docMk/>
            <pc:sldMk cId="3058916509" sldId="276"/>
            <ac:picMk id="5" creationId="{65D4B58F-42D7-12A8-CA16-8C026ACDC9A7}"/>
          </ac:picMkLst>
        </pc:picChg>
      </pc:sldChg>
      <pc:sldChg chg="addSp delSp modSp mod">
        <pc:chgData name="LAURENT Maxent OBS/CTIO" userId="3c929522-8ab4-4234-a382-2d0824bf165c" providerId="ADAL" clId="{FD8B2C49-7AED-45B5-8911-6D567AB4AEF2}" dt="2025-03-03T08:19:39.726" v="532" actId="1076"/>
        <pc:sldMkLst>
          <pc:docMk/>
          <pc:sldMk cId="2899514370" sldId="277"/>
        </pc:sldMkLst>
        <pc:spChg chg="mod">
          <ac:chgData name="LAURENT Maxent OBS/CTIO" userId="3c929522-8ab4-4234-a382-2d0824bf165c" providerId="ADAL" clId="{FD8B2C49-7AED-45B5-8911-6D567AB4AEF2}" dt="2025-02-21T13:52:50.438" v="482"/>
          <ac:spMkLst>
            <pc:docMk/>
            <pc:sldMk cId="2899514370" sldId="277"/>
            <ac:spMk id="344" creationId="{00000000-0000-0000-0000-000000000000}"/>
          </ac:spMkLst>
        </pc:spChg>
        <pc:spChg chg="del">
          <ac:chgData name="LAURENT Maxent OBS/CTIO" userId="3c929522-8ab4-4234-a382-2d0824bf165c" providerId="ADAL" clId="{FD8B2C49-7AED-45B5-8911-6D567AB4AEF2}" dt="2025-02-28T15:53:12.137" v="524" actId="478"/>
          <ac:spMkLst>
            <pc:docMk/>
            <pc:sldMk cId="2899514370" sldId="277"/>
            <ac:spMk id="345" creationId="{00000000-0000-0000-0000-000000000000}"/>
          </ac:spMkLst>
        </pc:spChg>
        <pc:picChg chg="add mod">
          <ac:chgData name="LAURENT Maxent OBS/CTIO" userId="3c929522-8ab4-4234-a382-2d0824bf165c" providerId="ADAL" clId="{FD8B2C49-7AED-45B5-8911-6D567AB4AEF2}" dt="2025-03-03T08:18:19.507" v="529" actId="1076"/>
          <ac:picMkLst>
            <pc:docMk/>
            <pc:sldMk cId="2899514370" sldId="277"/>
            <ac:picMk id="3" creationId="{CB99EB21-840B-3C09-9CE8-1C2E0E430D4F}"/>
          </ac:picMkLst>
        </pc:picChg>
        <pc:picChg chg="add mod">
          <ac:chgData name="LAURENT Maxent OBS/CTIO" userId="3c929522-8ab4-4234-a382-2d0824bf165c" providerId="ADAL" clId="{FD8B2C49-7AED-45B5-8911-6D567AB4AEF2}" dt="2025-03-03T08:19:39.726" v="532" actId="1076"/>
          <ac:picMkLst>
            <pc:docMk/>
            <pc:sldMk cId="2899514370" sldId="277"/>
            <ac:picMk id="5" creationId="{02B59E9D-72DB-E35C-EC50-D8C466BE1E3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1122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34529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1042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94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9322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3989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82520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5214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0174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18833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17896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E8B94B9-EAEE-862E-30C7-93CEE475647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25913" y="49580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4A4F76C-5F2D-E668-FFC2-39A570E2B55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25913" y="49580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/>
              <a:t>Maxent Laurent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/>
              <a:t>Contexte du projet</a:t>
            </a:r>
            <a:endParaRPr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 err="1"/>
              <a:t>DATAImmo</a:t>
            </a:r>
            <a:r>
              <a:rPr lang="fr-FR" dirty="0"/>
              <a:t> analyse le prix de vente des biens immobiliers. Cela implique la collecte et l'analyse de données sur les transactions immobilières, la population et les régions.</a:t>
            </a:r>
            <a:endParaRPr dirty="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9" name="Google Shape;269;p34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La stratégie de sauvegarde et la conformité RGPD</a:t>
            </a:r>
            <a:endParaRPr b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Mettre en place une Base de données relationnelle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" dirty="0"/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Veiller à ce que les données respecte le RGPD (exemple : supression des données contenants des informations personnelles comme les noms etc.)</a:t>
            </a:r>
            <a:endParaRPr dirty="0"/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Les données initiales</a:t>
            </a:r>
            <a:endParaRPr b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b="1" dirty="0"/>
              <a:t>3 fichiers : 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fr" dirty="0"/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Le fichier Valeurs-foncières.xlsx 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Le fichier donnees_communes.xlsx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Le fichier fr-esr-referentiel-geographique.xlsx</a:t>
            </a:r>
          </a:p>
        </p:txBody>
      </p:sp>
      <p:sp>
        <p:nvSpPr>
          <p:cNvPr id="287" name="Google Shape;287;p3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23BE7D6-9651-046F-C00E-1C5B1584C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01" y="915576"/>
            <a:ext cx="6469397" cy="3845729"/>
          </a:xfrm>
          <a:prstGeom prst="rect">
            <a:avLst/>
          </a:prstGeom>
        </p:spPr>
      </p:pic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L’extrait du dictionnaire des données</a:t>
            </a:r>
            <a:endParaRPr b="0"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Le schéma relationnel normalisé</a:t>
            </a:r>
            <a:endParaRPr b="0"/>
          </a:p>
        </p:txBody>
      </p:sp>
      <p:sp>
        <p:nvSpPr>
          <p:cNvPr id="305" name="Google Shape;305;p3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E724754-7FCA-C540-85D7-DD7F0AF34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103" y="854760"/>
            <a:ext cx="4689794" cy="34339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90523" y="513184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4" name="Google Shape;314;p3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AA94EDE-D466-4440-611C-F175CBCA9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669" y="1138808"/>
            <a:ext cx="3350662" cy="34915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90523" y="306790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400" b="0" dirty="0"/>
              <a:t>Les requêtes ou screenshot qui permettent de démontrer le bon chargement des données</a:t>
            </a:r>
            <a:endParaRPr sz="2400" b="0" dirty="0"/>
          </a:p>
        </p:txBody>
      </p:sp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5FFA23E-5621-464B-E7EF-9BB861698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2432966"/>
            <a:ext cx="3626642" cy="9082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0B341F7-E631-A7B9-44C1-46BB98B0B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463" y="2160160"/>
            <a:ext cx="2171700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1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Sous-titre</a:t>
            </a:r>
            <a:endParaRPr/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1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effectLst/>
              </a:rPr>
              <a:t>Nombre total d’appartements vendus au 1er semestre 2020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898892F-7528-C602-6001-2E52AA36A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2161147"/>
            <a:ext cx="4777708" cy="94638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DE0196D-C581-14BB-9EFF-9D5835ED0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74" y="2161148"/>
            <a:ext cx="2085975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2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effectLst/>
              </a:rPr>
              <a:t>Le nombre de ventes d’appartement par région pour le 1er semestre 2020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88A84A9-8632-B7C4-78B4-E32E59EC5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2027447"/>
            <a:ext cx="3904386" cy="108860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FECBFBB-0D2F-9941-AB8F-F74A96531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569" y="1335882"/>
            <a:ext cx="2260262" cy="305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34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3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effectLst/>
              </a:rPr>
              <a:t>Proportion des ventes d’appartements par le nombre de pièces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C13629-7F2A-A081-B68B-C7500E325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28" y="2200395"/>
            <a:ext cx="4693116" cy="138422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0788764-B337-970F-14F1-38F040169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144" y="1741850"/>
            <a:ext cx="3500437" cy="212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45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4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effectLst/>
              </a:rPr>
              <a:t>Liste des 10 départements où le prix du mètre carré est le plus élevé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DD9F0B0-EEDE-CAAF-D445-FC6E386BE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2069760"/>
            <a:ext cx="3990974" cy="100397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066F6B0-FD4E-9E75-7A87-187E1225E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131" y="1428750"/>
            <a:ext cx="21336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150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5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effectLst/>
              </a:rPr>
              <a:t>Prix moyen du mètre carré d’une maison en Île-de-France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E31B375-1075-8217-A1B4-47484B249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1" y="2083681"/>
            <a:ext cx="4264819" cy="81497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4844AA1-8A6E-6CAF-F96D-B35F86C46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817" y="2338387"/>
            <a:ext cx="11049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05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6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effectLst/>
              </a:rPr>
              <a:t>Liste des 10 appartements les plus chers avec la région et le nombre de mètres carré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BD61AD4-CBCB-BB41-883E-825CB1012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2034941"/>
            <a:ext cx="4047218" cy="13385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07AB786-385E-4D2F-38B4-07787F422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325" y="1748062"/>
            <a:ext cx="27432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196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effectLst/>
              </a:rPr>
              <a:t>Taux d’évolution du nombre de ventes entre le premier et le second trimestre de 2020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0521CA1-1B00-5537-7FB0-8BD82E111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958680"/>
            <a:ext cx="3390902" cy="169545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972055C-9DC7-A878-710F-12A9ACEC7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92" y="2568280"/>
            <a:ext cx="227647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01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8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effectLst/>
              </a:rPr>
              <a:t>Le classement des régions par rapport au prix au mètre carré des appartement de plus de 4 pièces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AFC95F3-8572-65AB-B53C-8A509D394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24" y="1878806"/>
            <a:ext cx="4278176" cy="138588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8040B21-186C-10FB-8443-16F93CBB4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984" y="1327120"/>
            <a:ext cx="1676395" cy="278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71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9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effectLst/>
              </a:rPr>
              <a:t>Liste des communes ayant eu au moins 50 ventes au 1er trimestre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8636831-9EE2-0E83-7C71-2A6DCACAC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997926"/>
            <a:ext cx="3740047" cy="114764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802AF4B-E7D6-7201-E439-9C4741463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715" y="1328736"/>
            <a:ext cx="1669857" cy="299323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63AB90C-BB7C-D5EF-A2A0-764A799D97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9476" y="1328736"/>
            <a:ext cx="1669857" cy="293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92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10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effectLst/>
              </a:rPr>
              <a:t>Différence en pourcentage du prix au mètre carré entre un appartement de 2 pièces et un appartement de 3 pièces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FB8DAE3-8A6D-C338-A6B6-EC54B5A8E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43" y="1861424"/>
            <a:ext cx="4113357" cy="206216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5D4B58F-42D7-12A8-CA16-8C026ACDC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06705"/>
            <a:ext cx="37719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91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11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effectLst/>
              </a:rPr>
              <a:t>Les moyennes de valeurs foncières pour le top 3 des communes des départements 6, 13, 33, 59 et 69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B99EB21-840B-3C09-9CE8-1C2E0E430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576731"/>
            <a:ext cx="3910287" cy="27189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2B59E9D-72DB-E35C-EC50-D8C466BE1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225" y="1576731"/>
            <a:ext cx="3581003" cy="271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14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12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effectLst/>
              </a:rPr>
              <a:t>Les 20 communes avec le plus de transactions pour 1000 habitants pour les communes qui dépassent les 10 000 habitants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A53070A-5D8F-C232-D2F3-9DBAFC0FE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821654"/>
            <a:ext cx="3845718" cy="194097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33240B5-5CF6-956F-C9BB-00DFAF041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599" y="1549130"/>
            <a:ext cx="307657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65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7171</TotalTime>
  <Words>481</Words>
  <Application>Microsoft Office PowerPoint</Application>
  <PresentationFormat>Affichage à l'écran (16:9)</PresentationFormat>
  <Paragraphs>105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22</vt:i4>
      </vt:variant>
    </vt:vector>
  </HeadingPairs>
  <TitlesOfParts>
    <vt:vector size="28" baseType="lpstr">
      <vt:lpstr>Arial Black</vt:lpstr>
      <vt:lpstr>Arial</vt:lpstr>
      <vt:lpstr>Helvetica 75 Bold</vt:lpstr>
      <vt:lpstr>Calibri</vt:lpstr>
      <vt:lpstr>Simple Light</vt:lpstr>
      <vt:lpstr>Thème Office</vt:lpstr>
      <vt:lpstr>Création et utilisation de la base de données</vt:lpstr>
      <vt:lpstr>Contexte du projet</vt:lpstr>
      <vt:lpstr>La stratégie de sauvegarde et la conformité RGPD</vt:lpstr>
      <vt:lpstr>Les données initiales</vt:lpstr>
      <vt:lpstr>L’extrait du dictionnaire des données</vt:lpstr>
      <vt:lpstr>Le schéma relationnel normalisé</vt:lpstr>
      <vt:lpstr>La base de données avec les tables créées et les données chargées</vt:lpstr>
      <vt:lpstr>Les requêtes ou screenshot qui permettent de démontrer le bon chargement des données</vt:lpstr>
      <vt:lpstr>Requêtes SQL et résultats</vt:lpstr>
      <vt:lpstr>Requête 1</vt:lpstr>
      <vt:lpstr>Requête 2</vt:lpstr>
      <vt:lpstr>Requête 3</vt:lpstr>
      <vt:lpstr>Requête 4</vt:lpstr>
      <vt:lpstr>Requête 5</vt:lpstr>
      <vt:lpstr>Requête 6</vt:lpstr>
      <vt:lpstr>Requête 7</vt:lpstr>
      <vt:lpstr>Requête 8</vt:lpstr>
      <vt:lpstr>Requête 9</vt:lpstr>
      <vt:lpstr>Requête 10</vt:lpstr>
      <vt:lpstr>Requête 11</vt:lpstr>
      <vt:lpstr>Requête 12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Création et utilisation de la base de données</dc:title>
  <cp:lastModifiedBy>LAURENT Maxent OBS/CTIO</cp:lastModifiedBy>
  <cp:revision>1</cp:revision>
  <dcterms:modified xsi:type="dcterms:W3CDTF">2025-03-05T14:27:04Z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Simple Light:3\Thème Office:3</vt:lpwstr>
  </property>
  <property fmtid="{D5CDD505-2E9C-101B-9397-08002B2CF9AE}" pid="3" name="ClassificationContentMarkingFooterText">
    <vt:lpwstr>Orange Restricted</vt:lpwstr>
  </property>
</Properties>
</file>